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ppt/revisionInfo.xml" ContentType="application/vnd.ms-powerpoint.revisioninfo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72" r:id="rId3"/>
    <p:sldId id="257" r:id="rId4"/>
    <p:sldId id="259" r:id="rId5"/>
    <p:sldId id="258" r:id="rId6"/>
    <p:sldId id="264" r:id="rId7"/>
    <p:sldId id="261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1" r:id="rId17"/>
    <p:sldId id="274" r:id="rId18"/>
    <p:sldId id="275" r:id="rId19"/>
    <p:sldId id="276" r:id="rId20"/>
    <p:sldId id="277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8AFD17-422D-4EDE-8D18-E7EBEBC04EEA}" v="2808" dt="2025-05-26T05:25:18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GES LUCIANO RODOLFO" userId="224ab6d9-70b5-4e2a-bfb3-d436487689cf" providerId="ADAL" clId="{488AFD17-422D-4EDE-8D18-E7EBEBC04EEA}"/>
    <pc:docChg chg="undo custSel addSld delSld modSld sldOrd">
      <pc:chgData name="FAGES LUCIANO RODOLFO" userId="224ab6d9-70b5-4e2a-bfb3-d436487689cf" providerId="ADAL" clId="{488AFD17-422D-4EDE-8D18-E7EBEBC04EEA}" dt="2025-05-26T05:25:18.367" v="4202" actId="207"/>
      <pc:docMkLst>
        <pc:docMk/>
      </pc:docMkLst>
      <pc:sldChg chg="addSp modSp new mod">
        <pc:chgData name="FAGES LUCIANO RODOLFO" userId="224ab6d9-70b5-4e2a-bfb3-d436487689cf" providerId="ADAL" clId="{488AFD17-422D-4EDE-8D18-E7EBEBC04EEA}" dt="2025-05-19T01:53:03.072" v="1364" actId="1076"/>
        <pc:sldMkLst>
          <pc:docMk/>
          <pc:sldMk cId="1686729969" sldId="256"/>
        </pc:sldMkLst>
        <pc:spChg chg="add mod">
          <ac:chgData name="FAGES LUCIANO RODOLFO" userId="224ab6d9-70b5-4e2a-bfb3-d436487689cf" providerId="ADAL" clId="{488AFD17-422D-4EDE-8D18-E7EBEBC04EEA}" dt="2025-05-19T00:08:42.716" v="1"/>
          <ac:spMkLst>
            <pc:docMk/>
            <pc:sldMk cId="1686729969" sldId="256"/>
            <ac:spMk id="2" creationId="{FAA93B26-ADEF-82CF-8AE9-35A5EEAE1C5F}"/>
          </ac:spMkLst>
        </pc:spChg>
        <pc:spChg chg="add mod">
          <ac:chgData name="FAGES LUCIANO RODOLFO" userId="224ab6d9-70b5-4e2a-bfb3-d436487689cf" providerId="ADAL" clId="{488AFD17-422D-4EDE-8D18-E7EBEBC04EEA}" dt="2025-05-19T01:53:03.072" v="1364" actId="1076"/>
          <ac:spMkLst>
            <pc:docMk/>
            <pc:sldMk cId="1686729969" sldId="256"/>
            <ac:spMk id="3" creationId="{B05250EE-012A-9637-CF0C-F1C9E7D682B7}"/>
          </ac:spMkLst>
        </pc:spChg>
      </pc:sldChg>
      <pc:sldChg chg="addSp modSp new mod">
        <pc:chgData name="FAGES LUCIANO RODOLFO" userId="224ab6d9-70b5-4e2a-bfb3-d436487689cf" providerId="ADAL" clId="{488AFD17-422D-4EDE-8D18-E7EBEBC04EEA}" dt="2025-05-19T01:16:43.516" v="360" actId="1076"/>
        <pc:sldMkLst>
          <pc:docMk/>
          <pc:sldMk cId="3439487634" sldId="257"/>
        </pc:sldMkLst>
        <pc:spChg chg="add mod">
          <ac:chgData name="FAGES LUCIANO RODOLFO" userId="224ab6d9-70b5-4e2a-bfb3-d436487689cf" providerId="ADAL" clId="{488AFD17-422D-4EDE-8D18-E7EBEBC04EEA}" dt="2025-05-19T00:08:49.122" v="9"/>
          <ac:spMkLst>
            <pc:docMk/>
            <pc:sldMk cId="3439487634" sldId="257"/>
            <ac:spMk id="2" creationId="{13F81FF8-A6FE-5594-D12E-A64877758C59}"/>
          </ac:spMkLst>
        </pc:spChg>
        <pc:spChg chg="add mod">
          <ac:chgData name="FAGES LUCIANO RODOLFO" userId="224ab6d9-70b5-4e2a-bfb3-d436487689cf" providerId="ADAL" clId="{488AFD17-422D-4EDE-8D18-E7EBEBC04EEA}" dt="2025-05-19T01:16:43.516" v="360" actId="1076"/>
          <ac:spMkLst>
            <pc:docMk/>
            <pc:sldMk cId="3439487634" sldId="257"/>
            <ac:spMk id="3" creationId="{F57C3CBC-BBC1-C61E-AEC2-5F53E7BF43D0}"/>
          </ac:spMkLst>
        </pc:spChg>
        <pc:picChg chg="add mod">
          <ac:chgData name="FAGES LUCIANO RODOLFO" userId="224ab6d9-70b5-4e2a-bfb3-d436487689cf" providerId="ADAL" clId="{488AFD17-422D-4EDE-8D18-E7EBEBC04EEA}" dt="2025-05-19T01:16:41.930" v="359" actId="14100"/>
          <ac:picMkLst>
            <pc:docMk/>
            <pc:sldMk cId="3439487634" sldId="257"/>
            <ac:picMk id="4" creationId="{78010ED2-9C64-2A4A-254D-F0D850AFF22B}"/>
          </ac:picMkLst>
        </pc:picChg>
      </pc:sldChg>
      <pc:sldChg chg="addSp delSp modSp new mod ord addAnim delAnim modAnim">
        <pc:chgData name="FAGES LUCIANO RODOLFO" userId="224ab6d9-70b5-4e2a-bfb3-d436487689cf" providerId="ADAL" clId="{488AFD17-422D-4EDE-8D18-E7EBEBC04EEA}" dt="2025-05-19T01:22:38.185" v="438"/>
        <pc:sldMkLst>
          <pc:docMk/>
          <pc:sldMk cId="1708163442" sldId="258"/>
        </pc:sldMkLst>
        <pc:spChg chg="add mod">
          <ac:chgData name="FAGES LUCIANO RODOLFO" userId="224ab6d9-70b5-4e2a-bfb3-d436487689cf" providerId="ADAL" clId="{488AFD17-422D-4EDE-8D18-E7EBEBC04EEA}" dt="2025-05-19T00:08:50.397" v="10"/>
          <ac:spMkLst>
            <pc:docMk/>
            <pc:sldMk cId="1708163442" sldId="258"/>
            <ac:spMk id="2" creationId="{14F7B49D-BD74-C5FC-49C8-B1CD09EF06D2}"/>
          </ac:spMkLst>
        </pc:spChg>
        <pc:spChg chg="add del mod">
          <ac:chgData name="FAGES LUCIANO RODOLFO" userId="224ab6d9-70b5-4e2a-bfb3-d436487689cf" providerId="ADAL" clId="{488AFD17-422D-4EDE-8D18-E7EBEBC04EEA}" dt="2025-05-19T01:20:52.257" v="422" actId="478"/>
          <ac:spMkLst>
            <pc:docMk/>
            <pc:sldMk cId="1708163442" sldId="258"/>
            <ac:spMk id="24" creationId="{F5460B93-7CFC-0B97-FE59-FBC228D4BF67}"/>
          </ac:spMkLst>
        </pc:spChg>
        <pc:spChg chg="add mod">
          <ac:chgData name="FAGES LUCIANO RODOLFO" userId="224ab6d9-70b5-4e2a-bfb3-d436487689cf" providerId="ADAL" clId="{488AFD17-422D-4EDE-8D18-E7EBEBC04EEA}" dt="2025-05-19T01:13:30.525" v="340" actId="1076"/>
          <ac:spMkLst>
            <pc:docMk/>
            <pc:sldMk cId="1708163442" sldId="258"/>
            <ac:spMk id="25" creationId="{B805642A-5510-61AE-AAB3-77BFCEA0E39F}"/>
          </ac:spMkLst>
        </pc:spChg>
        <pc:spChg chg="add del mod">
          <ac:chgData name="FAGES LUCIANO RODOLFO" userId="224ab6d9-70b5-4e2a-bfb3-d436487689cf" providerId="ADAL" clId="{488AFD17-422D-4EDE-8D18-E7EBEBC04EEA}" dt="2025-05-19T01:22:13.620" v="436" actId="20577"/>
          <ac:spMkLst>
            <pc:docMk/>
            <pc:sldMk cId="1708163442" sldId="258"/>
            <ac:spMk id="28" creationId="{C899388F-4448-2FC6-4B85-AD746749688A}"/>
          </ac:spMkLst>
        </pc:spChg>
        <pc:picChg chg="add mod">
          <ac:chgData name="FAGES LUCIANO RODOLFO" userId="224ab6d9-70b5-4e2a-bfb3-d436487689cf" providerId="ADAL" clId="{488AFD17-422D-4EDE-8D18-E7EBEBC04EEA}" dt="2025-05-19T01:18:44.307" v="365" actId="1076"/>
          <ac:picMkLst>
            <pc:docMk/>
            <pc:sldMk cId="1708163442" sldId="258"/>
            <ac:picMk id="22" creationId="{7B732332-A5E6-F779-BD3B-F0E71F8D2563}"/>
          </ac:picMkLst>
        </pc:picChg>
        <pc:picChg chg="add del mod">
          <ac:chgData name="FAGES LUCIANO RODOLFO" userId="224ab6d9-70b5-4e2a-bfb3-d436487689cf" providerId="ADAL" clId="{488AFD17-422D-4EDE-8D18-E7EBEBC04EEA}" dt="2025-05-19T01:20:52.257" v="422" actId="478"/>
          <ac:picMkLst>
            <pc:docMk/>
            <pc:sldMk cId="1708163442" sldId="258"/>
            <ac:picMk id="23" creationId="{1CE2E84D-8B5C-7056-0C8A-043AE12FFB92}"/>
          </ac:picMkLst>
        </pc:picChg>
      </pc:sldChg>
      <pc:sldChg chg="addSp delSp modSp new mod">
        <pc:chgData name="FAGES LUCIANO RODOLFO" userId="224ab6d9-70b5-4e2a-bfb3-d436487689cf" providerId="ADAL" clId="{488AFD17-422D-4EDE-8D18-E7EBEBC04EEA}" dt="2025-05-19T01:23:03.604" v="441" actId="20577"/>
        <pc:sldMkLst>
          <pc:docMk/>
          <pc:sldMk cId="1783890175" sldId="259"/>
        </pc:sldMkLst>
        <pc:spChg chg="add mod">
          <ac:chgData name="FAGES LUCIANO RODOLFO" userId="224ab6d9-70b5-4e2a-bfb3-d436487689cf" providerId="ADAL" clId="{488AFD17-422D-4EDE-8D18-E7EBEBC04EEA}" dt="2025-05-19T00:08:51.453" v="11"/>
          <ac:spMkLst>
            <pc:docMk/>
            <pc:sldMk cId="1783890175" sldId="259"/>
            <ac:spMk id="2" creationId="{0CFF49C2-A7B8-BAC5-727C-819A32B92690}"/>
          </ac:spMkLst>
        </pc:spChg>
        <pc:spChg chg="add mod">
          <ac:chgData name="FAGES LUCIANO RODOLFO" userId="224ab6d9-70b5-4e2a-bfb3-d436487689cf" providerId="ADAL" clId="{488AFD17-422D-4EDE-8D18-E7EBEBC04EEA}" dt="2025-05-19T01:23:03.604" v="441" actId="20577"/>
          <ac:spMkLst>
            <pc:docMk/>
            <pc:sldMk cId="1783890175" sldId="259"/>
            <ac:spMk id="9" creationId="{EAB0FF2A-FB62-4A72-08C9-E7577EE4B0B6}"/>
          </ac:spMkLst>
        </pc:spChg>
      </pc:sldChg>
      <pc:sldChg chg="addSp delSp modSp new del mod modAnim">
        <pc:chgData name="FAGES LUCIANO RODOLFO" userId="224ab6d9-70b5-4e2a-bfb3-d436487689cf" providerId="ADAL" clId="{488AFD17-422D-4EDE-8D18-E7EBEBC04EEA}" dt="2025-05-19T01:14:48.206" v="345" actId="47"/>
        <pc:sldMkLst>
          <pc:docMk/>
          <pc:sldMk cId="557810263" sldId="260"/>
        </pc:sldMkLst>
      </pc:sldChg>
      <pc:sldChg chg="addSp modSp new mod modAnim">
        <pc:chgData name="FAGES LUCIANO RODOLFO" userId="224ab6d9-70b5-4e2a-bfb3-d436487689cf" providerId="ADAL" clId="{488AFD17-422D-4EDE-8D18-E7EBEBC04EEA}" dt="2025-05-19T01:27:22.779" v="454"/>
        <pc:sldMkLst>
          <pc:docMk/>
          <pc:sldMk cId="2486115047" sldId="261"/>
        </pc:sldMkLst>
        <pc:spChg chg="add mod">
          <ac:chgData name="FAGES LUCIANO RODOLFO" userId="224ab6d9-70b5-4e2a-bfb3-d436487689cf" providerId="ADAL" clId="{488AFD17-422D-4EDE-8D18-E7EBEBC04EEA}" dt="2025-05-19T00:08:54.208" v="13"/>
          <ac:spMkLst>
            <pc:docMk/>
            <pc:sldMk cId="2486115047" sldId="261"/>
            <ac:spMk id="2" creationId="{C53187C2-B9F6-F6B0-D60A-E7E985A47590}"/>
          </ac:spMkLst>
        </pc:spChg>
        <pc:spChg chg="add mod">
          <ac:chgData name="FAGES LUCIANO RODOLFO" userId="224ab6d9-70b5-4e2a-bfb3-d436487689cf" providerId="ADAL" clId="{488AFD17-422D-4EDE-8D18-E7EBEBC04EEA}" dt="2025-05-19T01:06:27.244" v="231" actId="20577"/>
          <ac:spMkLst>
            <pc:docMk/>
            <pc:sldMk cId="2486115047" sldId="261"/>
            <ac:spMk id="3" creationId="{C348D430-4692-1B60-8123-896C5A603A18}"/>
          </ac:spMkLst>
        </pc:spChg>
        <pc:picChg chg="add mod">
          <ac:chgData name="FAGES LUCIANO RODOLFO" userId="224ab6d9-70b5-4e2a-bfb3-d436487689cf" providerId="ADAL" clId="{488AFD17-422D-4EDE-8D18-E7EBEBC04EEA}" dt="2025-05-19T01:05:48.292" v="222" actId="1076"/>
          <ac:picMkLst>
            <pc:docMk/>
            <pc:sldMk cId="2486115047" sldId="261"/>
            <ac:picMk id="4" creationId="{912FCFA4-050F-913E-29B6-548E03C50A1A}"/>
          </ac:picMkLst>
        </pc:picChg>
      </pc:sldChg>
      <pc:sldChg chg="addSp modSp new del mod ord">
        <pc:chgData name="FAGES LUCIANO RODOLFO" userId="224ab6d9-70b5-4e2a-bfb3-d436487689cf" providerId="ADAL" clId="{488AFD17-422D-4EDE-8D18-E7EBEBC04EEA}" dt="2025-05-19T01:02:23.076" v="189" actId="47"/>
        <pc:sldMkLst>
          <pc:docMk/>
          <pc:sldMk cId="583607197" sldId="262"/>
        </pc:sldMkLst>
      </pc:sldChg>
      <pc:sldChg chg="addSp modSp new mod">
        <pc:chgData name="FAGES LUCIANO RODOLFO" userId="224ab6d9-70b5-4e2a-bfb3-d436487689cf" providerId="ADAL" clId="{488AFD17-422D-4EDE-8D18-E7EBEBC04EEA}" dt="2025-05-19T01:08:19.876" v="283" actId="207"/>
        <pc:sldMkLst>
          <pc:docMk/>
          <pc:sldMk cId="3014747186" sldId="263"/>
        </pc:sldMkLst>
        <pc:spChg chg="add mod">
          <ac:chgData name="FAGES LUCIANO RODOLFO" userId="224ab6d9-70b5-4e2a-bfb3-d436487689cf" providerId="ADAL" clId="{488AFD17-422D-4EDE-8D18-E7EBEBC04EEA}" dt="2025-05-19T00:08:57.511" v="15"/>
          <ac:spMkLst>
            <pc:docMk/>
            <pc:sldMk cId="3014747186" sldId="263"/>
            <ac:spMk id="2" creationId="{A0AC6EFC-FBF2-3231-7337-559C6231D65F}"/>
          </ac:spMkLst>
        </pc:spChg>
        <pc:spChg chg="add mod">
          <ac:chgData name="FAGES LUCIANO RODOLFO" userId="224ab6d9-70b5-4e2a-bfb3-d436487689cf" providerId="ADAL" clId="{488AFD17-422D-4EDE-8D18-E7EBEBC04EEA}" dt="2025-05-19T01:08:19.876" v="283" actId="207"/>
          <ac:spMkLst>
            <pc:docMk/>
            <pc:sldMk cId="3014747186" sldId="263"/>
            <ac:spMk id="3" creationId="{A6556971-5A4C-A43F-A235-354C0D227B0F}"/>
          </ac:spMkLst>
        </pc:spChg>
      </pc:sldChg>
      <pc:sldChg chg="addSp modSp new mod modAnim">
        <pc:chgData name="FAGES LUCIANO RODOLFO" userId="224ab6d9-70b5-4e2a-bfb3-d436487689cf" providerId="ADAL" clId="{488AFD17-422D-4EDE-8D18-E7EBEBC04EEA}" dt="2025-05-19T01:27:01.943" v="451"/>
        <pc:sldMkLst>
          <pc:docMk/>
          <pc:sldMk cId="3436377730" sldId="264"/>
        </pc:sldMkLst>
        <pc:spChg chg="add mod">
          <ac:chgData name="FAGES LUCIANO RODOLFO" userId="224ab6d9-70b5-4e2a-bfb3-d436487689cf" providerId="ADAL" clId="{488AFD17-422D-4EDE-8D18-E7EBEBC04EEA}" dt="2025-05-19T01:27:01.152" v="450" actId="1076"/>
          <ac:spMkLst>
            <pc:docMk/>
            <pc:sldMk cId="3436377730" sldId="264"/>
            <ac:spMk id="5" creationId="{1C9FA7A0-0CC7-656E-609A-69B48A88C003}"/>
          </ac:spMkLst>
        </pc:spChg>
        <pc:picChg chg="add mod">
          <ac:chgData name="FAGES LUCIANO RODOLFO" userId="224ab6d9-70b5-4e2a-bfb3-d436487689cf" providerId="ADAL" clId="{488AFD17-422D-4EDE-8D18-E7EBEBC04EEA}" dt="2025-05-19T01:01:03.973" v="188" actId="1076"/>
          <ac:picMkLst>
            <pc:docMk/>
            <pc:sldMk cId="3436377730" sldId="264"/>
            <ac:picMk id="3" creationId="{A873A930-E703-7EB8-E787-4B2818DC3076}"/>
          </ac:picMkLst>
        </pc:picChg>
      </pc:sldChg>
      <pc:sldChg chg="addSp delSp modSp add mod modAnim">
        <pc:chgData name="FAGES LUCIANO RODOLFO" userId="224ab6d9-70b5-4e2a-bfb3-d436487689cf" providerId="ADAL" clId="{488AFD17-422D-4EDE-8D18-E7EBEBC04EEA}" dt="2025-05-19T01:25:30.593" v="447"/>
        <pc:sldMkLst>
          <pc:docMk/>
          <pc:sldMk cId="3758318879" sldId="265"/>
        </pc:sldMkLst>
        <pc:spChg chg="add mod">
          <ac:chgData name="FAGES LUCIANO RODOLFO" userId="224ab6d9-70b5-4e2a-bfb3-d436487689cf" providerId="ADAL" clId="{488AFD17-422D-4EDE-8D18-E7EBEBC04EEA}" dt="2025-05-19T01:11:57.722" v="306" actId="1076"/>
          <ac:spMkLst>
            <pc:docMk/>
            <pc:sldMk cId="3758318879" sldId="265"/>
            <ac:spMk id="4" creationId="{1582DA7B-A4B6-397E-16AA-9FC1DAEB4BF4}"/>
          </ac:spMkLst>
        </pc:spChg>
        <pc:picChg chg="add mod">
          <ac:chgData name="FAGES LUCIANO RODOLFO" userId="224ab6d9-70b5-4e2a-bfb3-d436487689cf" providerId="ADAL" clId="{488AFD17-422D-4EDE-8D18-E7EBEBC04EEA}" dt="2025-05-19T01:12:01.042" v="307" actId="1076"/>
          <ac:picMkLst>
            <pc:docMk/>
            <pc:sldMk cId="3758318879" sldId="265"/>
            <ac:picMk id="5" creationId="{84AC0DB0-D888-EB13-6169-2152172DA637}"/>
          </ac:picMkLst>
        </pc:picChg>
      </pc:sldChg>
      <pc:sldChg chg="modSp add mod ord">
        <pc:chgData name="FAGES LUCIANO RODOLFO" userId="224ab6d9-70b5-4e2a-bfb3-d436487689cf" providerId="ADAL" clId="{488AFD17-422D-4EDE-8D18-E7EBEBC04EEA}" dt="2025-05-19T01:56:49.032" v="1718" actId="20577"/>
        <pc:sldMkLst>
          <pc:docMk/>
          <pc:sldMk cId="2579197708" sldId="266"/>
        </pc:sldMkLst>
        <pc:spChg chg="mod">
          <ac:chgData name="FAGES LUCIANO RODOLFO" userId="224ab6d9-70b5-4e2a-bfb3-d436487689cf" providerId="ADAL" clId="{488AFD17-422D-4EDE-8D18-E7EBEBC04EEA}" dt="2025-05-19T01:56:49.032" v="1718" actId="20577"/>
          <ac:spMkLst>
            <pc:docMk/>
            <pc:sldMk cId="2579197708" sldId="266"/>
            <ac:spMk id="3" creationId="{1FE4A7A6-E2DA-B487-79DB-9E5BAC09C51F}"/>
          </ac:spMkLst>
        </pc:spChg>
      </pc:sldChg>
      <pc:sldChg chg="addSp delSp modSp add mod">
        <pc:chgData name="FAGES LUCIANO RODOLFO" userId="224ab6d9-70b5-4e2a-bfb3-d436487689cf" providerId="ADAL" clId="{488AFD17-422D-4EDE-8D18-E7EBEBC04EEA}" dt="2025-05-19T01:37:37.331" v="932" actId="478"/>
        <pc:sldMkLst>
          <pc:docMk/>
          <pc:sldMk cId="1383767813" sldId="267"/>
        </pc:sldMkLst>
        <pc:spChg chg="add mod">
          <ac:chgData name="FAGES LUCIANO RODOLFO" userId="224ab6d9-70b5-4e2a-bfb3-d436487689cf" providerId="ADAL" clId="{488AFD17-422D-4EDE-8D18-E7EBEBC04EEA}" dt="2025-05-19T01:35:17.635" v="677" actId="6549"/>
          <ac:spMkLst>
            <pc:docMk/>
            <pc:sldMk cId="1383767813" sldId="267"/>
            <ac:spMk id="4" creationId="{D996613C-0566-FAE9-A6BC-57D931034EC5}"/>
          </ac:spMkLst>
        </pc:spChg>
      </pc:sldChg>
      <pc:sldChg chg="modSp add mod">
        <pc:chgData name="FAGES LUCIANO RODOLFO" userId="224ab6d9-70b5-4e2a-bfb3-d436487689cf" providerId="ADAL" clId="{488AFD17-422D-4EDE-8D18-E7EBEBC04EEA}" dt="2025-05-19T01:37:04.782" v="931" actId="1076"/>
        <pc:sldMkLst>
          <pc:docMk/>
          <pc:sldMk cId="1614522777" sldId="268"/>
        </pc:sldMkLst>
        <pc:spChg chg="mod">
          <ac:chgData name="FAGES LUCIANO RODOLFO" userId="224ab6d9-70b5-4e2a-bfb3-d436487689cf" providerId="ADAL" clId="{488AFD17-422D-4EDE-8D18-E7EBEBC04EEA}" dt="2025-05-19T01:36:55.670" v="929" actId="20577"/>
          <ac:spMkLst>
            <pc:docMk/>
            <pc:sldMk cId="1614522777" sldId="268"/>
            <ac:spMk id="4" creationId="{83822F07-7CD4-5FF3-C8DF-8144DAA32695}"/>
          </ac:spMkLst>
        </pc:spChg>
        <pc:picChg chg="mod">
          <ac:chgData name="FAGES LUCIANO RODOLFO" userId="224ab6d9-70b5-4e2a-bfb3-d436487689cf" providerId="ADAL" clId="{488AFD17-422D-4EDE-8D18-E7EBEBC04EEA}" dt="2025-05-19T01:37:04.782" v="931" actId="1076"/>
          <ac:picMkLst>
            <pc:docMk/>
            <pc:sldMk cId="1614522777" sldId="268"/>
            <ac:picMk id="6" creationId="{57958EA8-2926-0281-4932-CC076620AAE3}"/>
          </ac:picMkLst>
        </pc:picChg>
      </pc:sldChg>
      <pc:sldChg chg="delSp modSp add mod modAnim">
        <pc:chgData name="FAGES LUCIANO RODOLFO" userId="224ab6d9-70b5-4e2a-bfb3-d436487689cf" providerId="ADAL" clId="{488AFD17-422D-4EDE-8D18-E7EBEBC04EEA}" dt="2025-05-19T01:48:43.755" v="1300"/>
        <pc:sldMkLst>
          <pc:docMk/>
          <pc:sldMk cId="447584639" sldId="269"/>
        </pc:sldMkLst>
        <pc:spChg chg="mod">
          <ac:chgData name="FAGES LUCIANO RODOLFO" userId="224ab6d9-70b5-4e2a-bfb3-d436487689cf" providerId="ADAL" clId="{488AFD17-422D-4EDE-8D18-E7EBEBC04EEA}" dt="2025-05-19T01:48:43.755" v="1300"/>
          <ac:spMkLst>
            <pc:docMk/>
            <pc:sldMk cId="447584639" sldId="269"/>
            <ac:spMk id="4" creationId="{CDC035F6-F9A4-31A1-02A3-5126EA752611}"/>
          </ac:spMkLst>
        </pc:spChg>
      </pc:sldChg>
      <pc:sldChg chg="modSp add mod">
        <pc:chgData name="FAGES LUCIANO RODOLFO" userId="224ab6d9-70b5-4e2a-bfb3-d436487689cf" providerId="ADAL" clId="{488AFD17-422D-4EDE-8D18-E7EBEBC04EEA}" dt="2025-05-19T01:59:01.162" v="1724" actId="207"/>
        <pc:sldMkLst>
          <pc:docMk/>
          <pc:sldMk cId="2964839314" sldId="270"/>
        </pc:sldMkLst>
        <pc:spChg chg="mod">
          <ac:chgData name="FAGES LUCIANO RODOLFO" userId="224ab6d9-70b5-4e2a-bfb3-d436487689cf" providerId="ADAL" clId="{488AFD17-422D-4EDE-8D18-E7EBEBC04EEA}" dt="2025-05-19T01:59:01.162" v="1724" actId="207"/>
          <ac:spMkLst>
            <pc:docMk/>
            <pc:sldMk cId="2964839314" sldId="270"/>
            <ac:spMk id="4" creationId="{F079BB3A-FB68-45C6-CB4D-1597260F9E82}"/>
          </ac:spMkLst>
        </pc:spChg>
      </pc:sldChg>
      <pc:sldChg chg="addSp delSp modSp new mod">
        <pc:chgData name="FAGES LUCIANO RODOLFO" userId="224ab6d9-70b5-4e2a-bfb3-d436487689cf" providerId="ADAL" clId="{488AFD17-422D-4EDE-8D18-E7EBEBC04EEA}" dt="2025-05-19T02:15:54.443" v="2013" actId="6549"/>
        <pc:sldMkLst>
          <pc:docMk/>
          <pc:sldMk cId="946104286" sldId="271"/>
        </pc:sldMkLst>
        <pc:spChg chg="add mod">
          <ac:chgData name="FAGES LUCIANO RODOLFO" userId="224ab6d9-70b5-4e2a-bfb3-d436487689cf" providerId="ADAL" clId="{488AFD17-422D-4EDE-8D18-E7EBEBC04EEA}" dt="2025-05-19T01:52:01.195" v="1358"/>
          <ac:spMkLst>
            <pc:docMk/>
            <pc:sldMk cId="946104286" sldId="271"/>
            <ac:spMk id="2" creationId="{5E691A45-E3CB-B268-1EAD-9978B49B04EC}"/>
          </ac:spMkLst>
        </pc:spChg>
        <pc:spChg chg="add mod">
          <ac:chgData name="FAGES LUCIANO RODOLFO" userId="224ab6d9-70b5-4e2a-bfb3-d436487689cf" providerId="ADAL" clId="{488AFD17-422D-4EDE-8D18-E7EBEBC04EEA}" dt="2025-05-19T02:15:54.443" v="2013" actId="6549"/>
          <ac:spMkLst>
            <pc:docMk/>
            <pc:sldMk cId="946104286" sldId="271"/>
            <ac:spMk id="3" creationId="{401B8BEA-1309-7F8D-F4A1-2B42DD6E934C}"/>
          </ac:spMkLst>
        </pc:spChg>
      </pc:sldChg>
      <pc:sldChg chg="modSp add mod">
        <pc:chgData name="FAGES LUCIANO RODOLFO" userId="224ab6d9-70b5-4e2a-bfb3-d436487689cf" providerId="ADAL" clId="{488AFD17-422D-4EDE-8D18-E7EBEBC04EEA}" dt="2025-05-19T01:53:32.263" v="1389" actId="2711"/>
        <pc:sldMkLst>
          <pc:docMk/>
          <pc:sldMk cId="3478004633" sldId="272"/>
        </pc:sldMkLst>
        <pc:spChg chg="mod">
          <ac:chgData name="FAGES LUCIANO RODOLFO" userId="224ab6d9-70b5-4e2a-bfb3-d436487689cf" providerId="ADAL" clId="{488AFD17-422D-4EDE-8D18-E7EBEBC04EEA}" dt="2025-05-19T01:53:32.263" v="1389" actId="2711"/>
          <ac:spMkLst>
            <pc:docMk/>
            <pc:sldMk cId="3478004633" sldId="272"/>
            <ac:spMk id="3" creationId="{A4972D2B-7CC9-F430-A73B-9DCDBFC1287E}"/>
          </ac:spMkLst>
        </pc:spChg>
      </pc:sldChg>
      <pc:sldChg chg="addSp delSp modSp add mod">
        <pc:chgData name="FAGES LUCIANO RODOLFO" userId="224ab6d9-70b5-4e2a-bfb3-d436487689cf" providerId="ADAL" clId="{488AFD17-422D-4EDE-8D18-E7EBEBC04EEA}" dt="2025-05-19T02:12:49.032" v="1938" actId="20577"/>
        <pc:sldMkLst>
          <pc:docMk/>
          <pc:sldMk cId="3467587717" sldId="273"/>
        </pc:sldMkLst>
        <pc:spChg chg="add del mod">
          <ac:chgData name="FAGES LUCIANO RODOLFO" userId="224ab6d9-70b5-4e2a-bfb3-d436487689cf" providerId="ADAL" clId="{488AFD17-422D-4EDE-8D18-E7EBEBC04EEA}" dt="2025-05-19T02:12:49.032" v="1938" actId="20577"/>
          <ac:spMkLst>
            <pc:docMk/>
            <pc:sldMk cId="3467587717" sldId="273"/>
            <ac:spMk id="4" creationId="{47E53E3A-0658-8845-2A91-8EB811DC7122}"/>
          </ac:spMkLst>
        </pc:spChg>
      </pc:sldChg>
      <pc:sldChg chg="modSp add mod ord modAnim">
        <pc:chgData name="FAGES LUCIANO RODOLFO" userId="224ab6d9-70b5-4e2a-bfb3-d436487689cf" providerId="ADAL" clId="{488AFD17-422D-4EDE-8D18-E7EBEBC04EEA}" dt="2025-05-26T02:44:50.218" v="2484" actId="113"/>
        <pc:sldMkLst>
          <pc:docMk/>
          <pc:sldMk cId="3824484238" sldId="274"/>
        </pc:sldMkLst>
        <pc:spChg chg="mod">
          <ac:chgData name="FAGES LUCIANO RODOLFO" userId="224ab6d9-70b5-4e2a-bfb3-d436487689cf" providerId="ADAL" clId="{488AFD17-422D-4EDE-8D18-E7EBEBC04EEA}" dt="2025-05-26T02:44:50.218" v="2484" actId="113"/>
          <ac:spMkLst>
            <pc:docMk/>
            <pc:sldMk cId="3824484238" sldId="274"/>
            <ac:spMk id="4" creationId="{AAB95E72-00A2-1801-2C3C-1DBCB298ED63}"/>
          </ac:spMkLst>
        </pc:spChg>
      </pc:sldChg>
      <pc:sldChg chg="addSp delSp modSp add del mod modAnim">
        <pc:chgData name="FAGES LUCIANO RODOLFO" userId="224ab6d9-70b5-4e2a-bfb3-d436487689cf" providerId="ADAL" clId="{488AFD17-422D-4EDE-8D18-E7EBEBC04EEA}" dt="2025-05-26T05:23:02.656" v="4193"/>
        <pc:sldMkLst>
          <pc:docMk/>
          <pc:sldMk cId="11524536" sldId="275"/>
        </pc:sldMkLst>
        <pc:spChg chg="mod">
          <ac:chgData name="FAGES LUCIANO RODOLFO" userId="224ab6d9-70b5-4e2a-bfb3-d436487689cf" providerId="ADAL" clId="{488AFD17-422D-4EDE-8D18-E7EBEBC04EEA}" dt="2025-05-26T04:02:05.113" v="2844" actId="20577"/>
          <ac:spMkLst>
            <pc:docMk/>
            <pc:sldMk cId="11524536" sldId="275"/>
            <ac:spMk id="4" creationId="{6004FDAC-C5E0-3A80-A558-1C4558DF0E1D}"/>
          </ac:spMkLst>
        </pc:spChg>
        <pc:spChg chg="add mod">
          <ac:chgData name="FAGES LUCIANO RODOLFO" userId="224ab6d9-70b5-4e2a-bfb3-d436487689cf" providerId="ADAL" clId="{488AFD17-422D-4EDE-8D18-E7EBEBC04EEA}" dt="2025-05-26T03:27:47.893" v="2569" actId="1076"/>
          <ac:spMkLst>
            <pc:docMk/>
            <pc:sldMk cId="11524536" sldId="275"/>
            <ac:spMk id="6" creationId="{07B7345E-F347-4667-EE99-D3BF2F617D1F}"/>
          </ac:spMkLst>
        </pc:spChg>
        <pc:spChg chg="add mod">
          <ac:chgData name="FAGES LUCIANO RODOLFO" userId="224ab6d9-70b5-4e2a-bfb3-d436487689cf" providerId="ADAL" clId="{488AFD17-422D-4EDE-8D18-E7EBEBC04EEA}" dt="2025-05-26T03:41:35.426" v="2761" actId="1076"/>
          <ac:spMkLst>
            <pc:docMk/>
            <pc:sldMk cId="11524536" sldId="275"/>
            <ac:spMk id="9" creationId="{F2333335-D143-63BD-9FFC-12DDA1D74379}"/>
          </ac:spMkLst>
        </pc:spChg>
        <pc:spChg chg="add mod">
          <ac:chgData name="FAGES LUCIANO RODOLFO" userId="224ab6d9-70b5-4e2a-bfb3-d436487689cf" providerId="ADAL" clId="{488AFD17-422D-4EDE-8D18-E7EBEBC04EEA}" dt="2025-05-26T03:28:59.929" v="2588" actId="1076"/>
          <ac:spMkLst>
            <pc:docMk/>
            <pc:sldMk cId="11524536" sldId="275"/>
            <ac:spMk id="10" creationId="{82D9039E-ABBA-858C-561E-6B16F339AD76}"/>
          </ac:spMkLst>
        </pc:spChg>
        <pc:picChg chg="add mod">
          <ac:chgData name="FAGES LUCIANO RODOLFO" userId="224ab6d9-70b5-4e2a-bfb3-d436487689cf" providerId="ADAL" clId="{488AFD17-422D-4EDE-8D18-E7EBEBC04EEA}" dt="2025-05-26T03:38:23.530" v="2741" actId="1076"/>
          <ac:picMkLst>
            <pc:docMk/>
            <pc:sldMk cId="11524536" sldId="275"/>
            <ac:picMk id="5" creationId="{F9F9D6E9-2303-3B1D-BF51-28C94317CC90}"/>
          </ac:picMkLst>
        </pc:picChg>
        <pc:picChg chg="add del">
          <ac:chgData name="FAGES LUCIANO RODOLFO" userId="224ab6d9-70b5-4e2a-bfb3-d436487689cf" providerId="ADAL" clId="{488AFD17-422D-4EDE-8D18-E7EBEBC04EEA}" dt="2025-05-26T03:27:52.027" v="2571" actId="478"/>
          <ac:picMkLst>
            <pc:docMk/>
            <pc:sldMk cId="11524536" sldId="275"/>
            <ac:picMk id="8" creationId="{B6FD4733-05AE-EA4F-CC3A-05D215DA2B82}"/>
          </ac:picMkLst>
        </pc:picChg>
      </pc:sldChg>
      <pc:sldChg chg="add del">
        <pc:chgData name="FAGES LUCIANO RODOLFO" userId="224ab6d9-70b5-4e2a-bfb3-d436487689cf" providerId="ADAL" clId="{488AFD17-422D-4EDE-8D18-E7EBEBC04EEA}" dt="2025-05-26T03:41:59.307" v="2765" actId="2890"/>
        <pc:sldMkLst>
          <pc:docMk/>
          <pc:sldMk cId="217676994" sldId="276"/>
        </pc:sldMkLst>
      </pc:sldChg>
      <pc:sldChg chg="addSp delSp modSp add mod modAnim">
        <pc:chgData name="FAGES LUCIANO RODOLFO" userId="224ab6d9-70b5-4e2a-bfb3-d436487689cf" providerId="ADAL" clId="{488AFD17-422D-4EDE-8D18-E7EBEBC04EEA}" dt="2025-05-26T05:23:17.074" v="4198"/>
        <pc:sldMkLst>
          <pc:docMk/>
          <pc:sldMk cId="3223251019" sldId="276"/>
        </pc:sldMkLst>
        <pc:spChg chg="mod">
          <ac:chgData name="FAGES LUCIANO RODOLFO" userId="224ab6d9-70b5-4e2a-bfb3-d436487689cf" providerId="ADAL" clId="{488AFD17-422D-4EDE-8D18-E7EBEBC04EEA}" dt="2025-05-26T04:04:59.333" v="2919" actId="20577"/>
          <ac:spMkLst>
            <pc:docMk/>
            <pc:sldMk cId="3223251019" sldId="276"/>
            <ac:spMk id="4" creationId="{618508E1-C968-BDC9-651E-A77F29DF6AE5}"/>
          </ac:spMkLst>
        </pc:spChg>
        <pc:spChg chg="mod ord">
          <ac:chgData name="FAGES LUCIANO RODOLFO" userId="224ab6d9-70b5-4e2a-bfb3-d436487689cf" providerId="ADAL" clId="{488AFD17-422D-4EDE-8D18-E7EBEBC04EEA}" dt="2025-05-26T04:03:41.600" v="2891" actId="1076"/>
          <ac:spMkLst>
            <pc:docMk/>
            <pc:sldMk cId="3223251019" sldId="276"/>
            <ac:spMk id="6" creationId="{8B365B77-8D02-24B1-AC61-47B8638C8B73}"/>
          </ac:spMkLst>
        </pc:spChg>
        <pc:spChg chg="mod ord">
          <ac:chgData name="FAGES LUCIANO RODOLFO" userId="224ab6d9-70b5-4e2a-bfb3-d436487689cf" providerId="ADAL" clId="{488AFD17-422D-4EDE-8D18-E7EBEBC04EEA}" dt="2025-05-26T04:04:02.868" v="2892" actId="1076"/>
          <ac:spMkLst>
            <pc:docMk/>
            <pc:sldMk cId="3223251019" sldId="276"/>
            <ac:spMk id="9" creationId="{F936EC47-F267-CC61-E714-4E6A56A0241C}"/>
          </ac:spMkLst>
        </pc:spChg>
        <pc:spChg chg="mod ord">
          <ac:chgData name="FAGES LUCIANO RODOLFO" userId="224ab6d9-70b5-4e2a-bfb3-d436487689cf" providerId="ADAL" clId="{488AFD17-422D-4EDE-8D18-E7EBEBC04EEA}" dt="2025-05-26T04:01:30.203" v="2830" actId="1037"/>
          <ac:spMkLst>
            <pc:docMk/>
            <pc:sldMk cId="3223251019" sldId="276"/>
            <ac:spMk id="10" creationId="{825AB3B0-2C56-8D28-C235-0EC1C585AE66}"/>
          </ac:spMkLst>
        </pc:spChg>
        <pc:picChg chg="del">
          <ac:chgData name="FAGES LUCIANO RODOLFO" userId="224ab6d9-70b5-4e2a-bfb3-d436487689cf" providerId="ADAL" clId="{488AFD17-422D-4EDE-8D18-E7EBEBC04EEA}" dt="2025-05-26T03:59:17.803" v="2776" actId="478"/>
          <ac:picMkLst>
            <pc:docMk/>
            <pc:sldMk cId="3223251019" sldId="276"/>
            <ac:picMk id="5" creationId="{40135504-C8B2-E354-16E5-797011A89139}"/>
          </ac:picMkLst>
        </pc:picChg>
        <pc:picChg chg="add mod">
          <ac:chgData name="FAGES LUCIANO RODOLFO" userId="224ab6d9-70b5-4e2a-bfb3-d436487689cf" providerId="ADAL" clId="{488AFD17-422D-4EDE-8D18-E7EBEBC04EEA}" dt="2025-05-26T04:01:15.908" v="2823" actId="1076"/>
          <ac:picMkLst>
            <pc:docMk/>
            <pc:sldMk cId="3223251019" sldId="276"/>
            <ac:picMk id="7" creationId="{9F6117B1-643B-9ACB-FE6A-9068DFE09973}"/>
          </ac:picMkLst>
        </pc:picChg>
      </pc:sldChg>
      <pc:sldChg chg="addSp delSp modSp add mod modAnim">
        <pc:chgData name="FAGES LUCIANO RODOLFO" userId="224ab6d9-70b5-4e2a-bfb3-d436487689cf" providerId="ADAL" clId="{488AFD17-422D-4EDE-8D18-E7EBEBC04EEA}" dt="2025-05-26T05:22:48.010" v="4187"/>
        <pc:sldMkLst>
          <pc:docMk/>
          <pc:sldMk cId="110003663" sldId="277"/>
        </pc:sldMkLst>
        <pc:spChg chg="mod">
          <ac:chgData name="FAGES LUCIANO RODOLFO" userId="224ab6d9-70b5-4e2a-bfb3-d436487689cf" providerId="ADAL" clId="{488AFD17-422D-4EDE-8D18-E7EBEBC04EEA}" dt="2025-05-26T04:11:11.624" v="3085" actId="20577"/>
          <ac:spMkLst>
            <pc:docMk/>
            <pc:sldMk cId="110003663" sldId="277"/>
            <ac:spMk id="4" creationId="{B42E106F-8F81-5143-10DA-15C72CEA7950}"/>
          </ac:spMkLst>
        </pc:spChg>
        <pc:spChg chg="del">
          <ac:chgData name="FAGES LUCIANO RODOLFO" userId="224ab6d9-70b5-4e2a-bfb3-d436487689cf" providerId="ADAL" clId="{488AFD17-422D-4EDE-8D18-E7EBEBC04EEA}" dt="2025-05-26T04:09:34.288" v="2923" actId="478"/>
          <ac:spMkLst>
            <pc:docMk/>
            <pc:sldMk cId="110003663" sldId="277"/>
            <ac:spMk id="6" creationId="{E6A9A17B-3F1A-1224-F6B6-23F1E2091069}"/>
          </ac:spMkLst>
        </pc:spChg>
        <pc:spChg chg="del">
          <ac:chgData name="FAGES LUCIANO RODOLFO" userId="224ab6d9-70b5-4e2a-bfb3-d436487689cf" providerId="ADAL" clId="{488AFD17-422D-4EDE-8D18-E7EBEBC04EEA}" dt="2025-05-26T04:09:34.288" v="2923" actId="478"/>
          <ac:spMkLst>
            <pc:docMk/>
            <pc:sldMk cId="110003663" sldId="277"/>
            <ac:spMk id="9" creationId="{6BC9C011-4400-F7F1-EFDD-EC7533896C6D}"/>
          </ac:spMkLst>
        </pc:spChg>
        <pc:spChg chg="del">
          <ac:chgData name="FAGES LUCIANO RODOLFO" userId="224ab6d9-70b5-4e2a-bfb3-d436487689cf" providerId="ADAL" clId="{488AFD17-422D-4EDE-8D18-E7EBEBC04EEA}" dt="2025-05-26T04:09:34.288" v="2923" actId="478"/>
          <ac:spMkLst>
            <pc:docMk/>
            <pc:sldMk cId="110003663" sldId="277"/>
            <ac:spMk id="10" creationId="{11176DAF-6AE3-8D4F-AA63-0706FD511F7C}"/>
          </ac:spMkLst>
        </pc:spChg>
        <pc:picChg chg="add mod">
          <ac:chgData name="FAGES LUCIANO RODOLFO" userId="224ab6d9-70b5-4e2a-bfb3-d436487689cf" providerId="ADAL" clId="{488AFD17-422D-4EDE-8D18-E7EBEBC04EEA}" dt="2025-05-26T04:11:25.816" v="3088" actId="1076"/>
          <ac:picMkLst>
            <pc:docMk/>
            <pc:sldMk cId="110003663" sldId="277"/>
            <ac:picMk id="5" creationId="{1835E299-EADE-2DFA-42C7-138C7B24B629}"/>
          </ac:picMkLst>
        </pc:picChg>
        <pc:picChg chg="del">
          <ac:chgData name="FAGES LUCIANO RODOLFO" userId="224ab6d9-70b5-4e2a-bfb3-d436487689cf" providerId="ADAL" clId="{488AFD17-422D-4EDE-8D18-E7EBEBC04EEA}" dt="2025-05-26T04:09:28.744" v="2922" actId="478"/>
          <ac:picMkLst>
            <pc:docMk/>
            <pc:sldMk cId="110003663" sldId="277"/>
            <ac:picMk id="7" creationId="{C8A423C3-4E97-25FB-FDC4-622424A8B9A1}"/>
          </ac:picMkLst>
        </pc:picChg>
      </pc:sldChg>
      <pc:sldChg chg="addSp delSp modSp add mod ord modAnim">
        <pc:chgData name="FAGES LUCIANO RODOLFO" userId="224ab6d9-70b5-4e2a-bfb3-d436487689cf" providerId="ADAL" clId="{488AFD17-422D-4EDE-8D18-E7EBEBC04EEA}" dt="2025-05-26T04:39:33.676" v="3624" actId="313"/>
        <pc:sldMkLst>
          <pc:docMk/>
          <pc:sldMk cId="1592774211" sldId="278"/>
        </pc:sldMkLst>
        <pc:spChg chg="add del mod">
          <ac:chgData name="FAGES LUCIANO RODOLFO" userId="224ab6d9-70b5-4e2a-bfb3-d436487689cf" providerId="ADAL" clId="{488AFD17-422D-4EDE-8D18-E7EBEBC04EEA}" dt="2025-05-26T04:12:58.616" v="3131" actId="478"/>
          <ac:spMkLst>
            <pc:docMk/>
            <pc:sldMk cId="1592774211" sldId="278"/>
            <ac:spMk id="3" creationId="{58C954F4-0423-4CAB-BE28-2D86C09F8274}"/>
          </ac:spMkLst>
        </pc:spChg>
        <pc:spChg chg="mod">
          <ac:chgData name="FAGES LUCIANO RODOLFO" userId="224ab6d9-70b5-4e2a-bfb3-d436487689cf" providerId="ADAL" clId="{488AFD17-422D-4EDE-8D18-E7EBEBC04EEA}" dt="2025-05-26T04:39:33.676" v="3624" actId="313"/>
          <ac:spMkLst>
            <pc:docMk/>
            <pc:sldMk cId="1592774211" sldId="278"/>
            <ac:spMk id="4" creationId="{FF11DD4C-FDF4-DF81-9805-26A7A577CE1E}"/>
          </ac:spMkLst>
        </pc:spChg>
      </pc:sldChg>
      <pc:sldChg chg="addSp delSp modSp add del mod modAnim">
        <pc:chgData name="FAGES LUCIANO RODOLFO" userId="224ab6d9-70b5-4e2a-bfb3-d436487689cf" providerId="ADAL" clId="{488AFD17-422D-4EDE-8D18-E7EBEBC04EEA}" dt="2025-05-26T04:37:03.522" v="3617" actId="47"/>
        <pc:sldMkLst>
          <pc:docMk/>
          <pc:sldMk cId="730148621" sldId="279"/>
        </pc:sldMkLst>
        <pc:spChg chg="mod">
          <ac:chgData name="FAGES LUCIANO RODOLFO" userId="224ab6d9-70b5-4e2a-bfb3-d436487689cf" providerId="ADAL" clId="{488AFD17-422D-4EDE-8D18-E7EBEBC04EEA}" dt="2025-05-26T04:33:52.670" v="3336" actId="6549"/>
          <ac:spMkLst>
            <pc:docMk/>
            <pc:sldMk cId="730148621" sldId="279"/>
            <ac:spMk id="4" creationId="{C4120CDE-0C6A-B60B-BF81-998EF6F6EE8E}"/>
          </ac:spMkLst>
        </pc:spChg>
        <pc:spChg chg="add mod">
          <ac:chgData name="FAGES LUCIANO RODOLFO" userId="224ab6d9-70b5-4e2a-bfb3-d436487689cf" providerId="ADAL" clId="{488AFD17-422D-4EDE-8D18-E7EBEBC04EEA}" dt="2025-05-26T04:27:38.235" v="3158" actId="767"/>
          <ac:spMkLst>
            <pc:docMk/>
            <pc:sldMk cId="730148621" sldId="279"/>
            <ac:spMk id="8" creationId="{1A8AD85D-18A6-9212-9B79-DF8157F59076}"/>
          </ac:spMkLst>
        </pc:spChg>
        <pc:picChg chg="add del mod">
          <ac:chgData name="FAGES LUCIANO RODOLFO" userId="224ab6d9-70b5-4e2a-bfb3-d436487689cf" providerId="ADAL" clId="{488AFD17-422D-4EDE-8D18-E7EBEBC04EEA}" dt="2025-05-26T04:25:31.700" v="3149" actId="478"/>
          <ac:picMkLst>
            <pc:docMk/>
            <pc:sldMk cId="730148621" sldId="279"/>
            <ac:picMk id="5" creationId="{A331917E-5810-E5C1-5F83-AD8EA4B07895}"/>
          </ac:picMkLst>
        </pc:picChg>
        <pc:picChg chg="add mod">
          <ac:chgData name="FAGES LUCIANO RODOLFO" userId="224ab6d9-70b5-4e2a-bfb3-d436487689cf" providerId="ADAL" clId="{488AFD17-422D-4EDE-8D18-E7EBEBC04EEA}" dt="2025-05-26T04:33:55.582" v="3339" actId="1076"/>
          <ac:picMkLst>
            <pc:docMk/>
            <pc:sldMk cId="730148621" sldId="279"/>
            <ac:picMk id="7" creationId="{A06DBEFF-762F-BF20-0AD5-166E5BCCA1B9}"/>
          </ac:picMkLst>
        </pc:picChg>
      </pc:sldChg>
      <pc:sldChg chg="addSp delSp modSp add mod modAnim">
        <pc:chgData name="FAGES LUCIANO RODOLFO" userId="224ab6d9-70b5-4e2a-bfb3-d436487689cf" providerId="ADAL" clId="{488AFD17-422D-4EDE-8D18-E7EBEBC04EEA}" dt="2025-05-26T04:36:26.894" v="3616" actId="1076"/>
        <pc:sldMkLst>
          <pc:docMk/>
          <pc:sldMk cId="1495603474" sldId="280"/>
        </pc:sldMkLst>
        <pc:spChg chg="mod">
          <ac:chgData name="FAGES LUCIANO RODOLFO" userId="224ab6d9-70b5-4e2a-bfb3-d436487689cf" providerId="ADAL" clId="{488AFD17-422D-4EDE-8D18-E7EBEBC04EEA}" dt="2025-05-26T04:36:21.337" v="3615" actId="20577"/>
          <ac:spMkLst>
            <pc:docMk/>
            <pc:sldMk cId="1495603474" sldId="280"/>
            <ac:spMk id="4" creationId="{74521DCE-B48A-8579-6D4F-DC2C3FAB56ED}"/>
          </ac:spMkLst>
        </pc:spChg>
        <pc:picChg chg="add del mod">
          <ac:chgData name="FAGES LUCIANO RODOLFO" userId="224ab6d9-70b5-4e2a-bfb3-d436487689cf" providerId="ADAL" clId="{488AFD17-422D-4EDE-8D18-E7EBEBC04EEA}" dt="2025-05-26T04:36:26.894" v="3616" actId="1076"/>
          <ac:picMkLst>
            <pc:docMk/>
            <pc:sldMk cId="1495603474" sldId="280"/>
            <ac:picMk id="7" creationId="{9E6367C7-7BB8-E206-415F-D64E173AEF9E}"/>
          </ac:picMkLst>
        </pc:picChg>
      </pc:sldChg>
      <pc:sldChg chg="addSp delSp modSp add mod modAnim">
        <pc:chgData name="FAGES LUCIANO RODOLFO" userId="224ab6d9-70b5-4e2a-bfb3-d436487689cf" providerId="ADAL" clId="{488AFD17-422D-4EDE-8D18-E7EBEBC04EEA}" dt="2025-05-26T05:22:26.009" v="4184"/>
        <pc:sldMkLst>
          <pc:docMk/>
          <pc:sldMk cId="185235103" sldId="281"/>
        </pc:sldMkLst>
        <pc:spChg chg="mod">
          <ac:chgData name="FAGES LUCIANO RODOLFO" userId="224ab6d9-70b5-4e2a-bfb3-d436487689cf" providerId="ADAL" clId="{488AFD17-422D-4EDE-8D18-E7EBEBC04EEA}" dt="2025-05-26T04:38:44.579" v="3620" actId="20577"/>
          <ac:spMkLst>
            <pc:docMk/>
            <pc:sldMk cId="185235103" sldId="281"/>
            <ac:spMk id="4" creationId="{DE2E75B0-64AD-D22E-1D30-A46A68A0742A}"/>
          </ac:spMkLst>
        </pc:spChg>
        <pc:picChg chg="add mod">
          <ac:chgData name="FAGES LUCIANO RODOLFO" userId="224ab6d9-70b5-4e2a-bfb3-d436487689cf" providerId="ADAL" clId="{488AFD17-422D-4EDE-8D18-E7EBEBC04EEA}" dt="2025-05-26T04:38:53.787" v="3623" actId="14100"/>
          <ac:picMkLst>
            <pc:docMk/>
            <pc:sldMk cId="185235103" sldId="281"/>
            <ac:picMk id="5" creationId="{8C8CD30B-EB8F-9FD9-D9C1-32BFEFA1A129}"/>
          </ac:picMkLst>
        </pc:picChg>
        <pc:picChg chg="del">
          <ac:chgData name="FAGES LUCIANO RODOLFO" userId="224ab6d9-70b5-4e2a-bfb3-d436487689cf" providerId="ADAL" clId="{488AFD17-422D-4EDE-8D18-E7EBEBC04EEA}" dt="2025-05-26T04:38:36.984" v="3619" actId="478"/>
          <ac:picMkLst>
            <pc:docMk/>
            <pc:sldMk cId="185235103" sldId="281"/>
            <ac:picMk id="7" creationId="{A0127973-4B61-307D-42AC-29D65594476A}"/>
          </ac:picMkLst>
        </pc:picChg>
      </pc:sldChg>
      <pc:sldChg chg="delSp modSp add mod modAnim">
        <pc:chgData name="FAGES LUCIANO RODOLFO" userId="224ab6d9-70b5-4e2a-bfb3-d436487689cf" providerId="ADAL" clId="{488AFD17-422D-4EDE-8D18-E7EBEBC04EEA}" dt="2025-05-26T05:25:18.367" v="4202" actId="207"/>
        <pc:sldMkLst>
          <pc:docMk/>
          <pc:sldMk cId="1677542381" sldId="282"/>
        </pc:sldMkLst>
        <pc:spChg chg="mod">
          <ac:chgData name="FAGES LUCIANO RODOLFO" userId="224ab6d9-70b5-4e2a-bfb3-d436487689cf" providerId="ADAL" clId="{488AFD17-422D-4EDE-8D18-E7EBEBC04EEA}" dt="2025-05-26T05:25:18.367" v="4202" actId="207"/>
          <ac:spMkLst>
            <pc:docMk/>
            <pc:sldMk cId="1677542381" sldId="282"/>
            <ac:spMk id="4" creationId="{372B1C62-E57D-4C38-7A9D-B4EB454D890B}"/>
          </ac:spMkLst>
        </pc:spChg>
        <pc:picChg chg="del mod">
          <ac:chgData name="FAGES LUCIANO RODOLFO" userId="224ab6d9-70b5-4e2a-bfb3-d436487689cf" providerId="ADAL" clId="{488AFD17-422D-4EDE-8D18-E7EBEBC04EEA}" dt="2025-05-26T04:42:44.333" v="3627" actId="478"/>
          <ac:picMkLst>
            <pc:docMk/>
            <pc:sldMk cId="1677542381" sldId="282"/>
            <ac:picMk id="5" creationId="{B2FAEA56-97E3-73D4-E035-8EE352B82C98}"/>
          </ac:picMkLst>
        </pc:picChg>
      </pc:sldChg>
      <pc:sldChg chg="addSp delSp modSp add mod ord modAnim">
        <pc:chgData name="FAGES LUCIANO RODOLFO" userId="224ab6d9-70b5-4e2a-bfb3-d436487689cf" providerId="ADAL" clId="{488AFD17-422D-4EDE-8D18-E7EBEBC04EEA}" dt="2025-05-26T05:22:01.517" v="4175"/>
        <pc:sldMkLst>
          <pc:docMk/>
          <pc:sldMk cId="3081369108" sldId="283"/>
        </pc:sldMkLst>
        <pc:spChg chg="add mod">
          <ac:chgData name="FAGES LUCIANO RODOLFO" userId="224ab6d9-70b5-4e2a-bfb3-d436487689cf" providerId="ADAL" clId="{488AFD17-422D-4EDE-8D18-E7EBEBC04EEA}" dt="2025-05-26T04:57:22.663" v="3759" actId="6549"/>
          <ac:spMkLst>
            <pc:docMk/>
            <pc:sldMk cId="3081369108" sldId="283"/>
            <ac:spMk id="3" creationId="{0CD6B9C2-4343-B5D8-5B8F-FDC220168CCD}"/>
          </ac:spMkLst>
        </pc:spChg>
        <pc:spChg chg="mod">
          <ac:chgData name="FAGES LUCIANO RODOLFO" userId="224ab6d9-70b5-4e2a-bfb3-d436487689cf" providerId="ADAL" clId="{488AFD17-422D-4EDE-8D18-E7EBEBC04EEA}" dt="2025-05-26T04:54:32.380" v="3712" actId="20577"/>
          <ac:spMkLst>
            <pc:docMk/>
            <pc:sldMk cId="3081369108" sldId="283"/>
            <ac:spMk id="4" creationId="{1CE2B115-348F-F659-8FC5-CAADC2977CE0}"/>
          </ac:spMkLst>
        </pc:spChg>
        <pc:picChg chg="del">
          <ac:chgData name="FAGES LUCIANO RODOLFO" userId="224ab6d9-70b5-4e2a-bfb3-d436487689cf" providerId="ADAL" clId="{488AFD17-422D-4EDE-8D18-E7EBEBC04EEA}" dt="2025-05-26T04:54:35.827" v="3713" actId="478"/>
          <ac:picMkLst>
            <pc:docMk/>
            <pc:sldMk cId="3081369108" sldId="283"/>
            <ac:picMk id="5" creationId="{3C75AA81-077F-B310-945A-BBE28F315660}"/>
          </ac:picMkLst>
        </pc:picChg>
      </pc:sldChg>
      <pc:sldChg chg="addSp modSp add mod ord modAnim">
        <pc:chgData name="FAGES LUCIANO RODOLFO" userId="224ab6d9-70b5-4e2a-bfb3-d436487689cf" providerId="ADAL" clId="{488AFD17-422D-4EDE-8D18-E7EBEBC04EEA}" dt="2025-05-26T05:21:57.839" v="4174"/>
        <pc:sldMkLst>
          <pc:docMk/>
          <pc:sldMk cId="1190157598" sldId="284"/>
        </pc:sldMkLst>
        <pc:spChg chg="mod">
          <ac:chgData name="FAGES LUCIANO RODOLFO" userId="224ab6d9-70b5-4e2a-bfb3-d436487689cf" providerId="ADAL" clId="{488AFD17-422D-4EDE-8D18-E7EBEBC04EEA}" dt="2025-05-26T05:05:20.048" v="3956" actId="20577"/>
          <ac:spMkLst>
            <pc:docMk/>
            <pc:sldMk cId="1190157598" sldId="284"/>
            <ac:spMk id="4" creationId="{6B415E50-0662-7AAE-DABE-D4637CA7B34D}"/>
          </ac:spMkLst>
        </pc:spChg>
        <pc:picChg chg="add mod">
          <ac:chgData name="FAGES LUCIANO RODOLFO" userId="224ab6d9-70b5-4e2a-bfb3-d436487689cf" providerId="ADAL" clId="{488AFD17-422D-4EDE-8D18-E7EBEBC04EEA}" dt="2025-05-26T05:10:43.801" v="3958" actId="1076"/>
          <ac:picMkLst>
            <pc:docMk/>
            <pc:sldMk cId="1190157598" sldId="284"/>
            <ac:picMk id="5" creationId="{7259A0E7-16E8-49B2-2A9A-F568FF4B2785}"/>
          </ac:picMkLst>
        </pc:picChg>
      </pc:sldChg>
      <pc:sldChg chg="addSp delSp modSp add mod ord modAnim">
        <pc:chgData name="FAGES LUCIANO RODOLFO" userId="224ab6d9-70b5-4e2a-bfb3-d436487689cf" providerId="ADAL" clId="{488AFD17-422D-4EDE-8D18-E7EBEBC04EEA}" dt="2025-05-26T05:21:34.373" v="4161"/>
        <pc:sldMkLst>
          <pc:docMk/>
          <pc:sldMk cId="1677419590" sldId="285"/>
        </pc:sldMkLst>
        <pc:spChg chg="del">
          <ac:chgData name="FAGES LUCIANO RODOLFO" userId="224ab6d9-70b5-4e2a-bfb3-d436487689cf" providerId="ADAL" clId="{488AFD17-422D-4EDE-8D18-E7EBEBC04EEA}" dt="2025-05-26T05:12:45.748" v="3962" actId="478"/>
          <ac:spMkLst>
            <pc:docMk/>
            <pc:sldMk cId="1677419590" sldId="285"/>
            <ac:spMk id="3" creationId="{D2E185FE-443A-5346-45E1-6332FE6E5587}"/>
          </ac:spMkLst>
        </pc:spChg>
        <pc:spChg chg="mod">
          <ac:chgData name="FAGES LUCIANO RODOLFO" userId="224ab6d9-70b5-4e2a-bfb3-d436487689cf" providerId="ADAL" clId="{488AFD17-422D-4EDE-8D18-E7EBEBC04EEA}" dt="2025-05-26T05:13:42.161" v="3967" actId="20577"/>
          <ac:spMkLst>
            <pc:docMk/>
            <pc:sldMk cId="1677419590" sldId="285"/>
            <ac:spMk id="4" creationId="{E72317B3-097E-57F3-7163-F1EE51A0A358}"/>
          </ac:spMkLst>
        </pc:spChg>
        <pc:picChg chg="add mod">
          <ac:chgData name="FAGES LUCIANO RODOLFO" userId="224ab6d9-70b5-4e2a-bfb3-d436487689cf" providerId="ADAL" clId="{488AFD17-422D-4EDE-8D18-E7EBEBC04EEA}" dt="2025-05-26T05:12:52.233" v="3965" actId="1076"/>
          <ac:picMkLst>
            <pc:docMk/>
            <pc:sldMk cId="1677419590" sldId="285"/>
            <ac:picMk id="6" creationId="{2CEC18D5-5BF0-2B5B-B3E9-50D3FA682148}"/>
          </ac:picMkLst>
        </pc:picChg>
      </pc:sldChg>
      <pc:sldChg chg="delSp modSp add mod modAnim">
        <pc:chgData name="FAGES LUCIANO RODOLFO" userId="224ab6d9-70b5-4e2a-bfb3-d436487689cf" providerId="ADAL" clId="{488AFD17-422D-4EDE-8D18-E7EBEBC04EEA}" dt="2025-05-26T05:21:40.322" v="4166"/>
        <pc:sldMkLst>
          <pc:docMk/>
          <pc:sldMk cId="3699414739" sldId="286"/>
        </pc:sldMkLst>
        <pc:spChg chg="mod">
          <ac:chgData name="FAGES LUCIANO RODOLFO" userId="224ab6d9-70b5-4e2a-bfb3-d436487689cf" providerId="ADAL" clId="{488AFD17-422D-4EDE-8D18-E7EBEBC04EEA}" dt="2025-05-26T05:21:01.200" v="4160" actId="207"/>
          <ac:spMkLst>
            <pc:docMk/>
            <pc:sldMk cId="3699414739" sldId="286"/>
            <ac:spMk id="4" creationId="{6903FFBB-A9AE-3407-7625-3F4F3A91D8C9}"/>
          </ac:spMkLst>
        </pc:spChg>
        <pc:picChg chg="del">
          <ac:chgData name="FAGES LUCIANO RODOLFO" userId="224ab6d9-70b5-4e2a-bfb3-d436487689cf" providerId="ADAL" clId="{488AFD17-422D-4EDE-8D18-E7EBEBC04EEA}" dt="2025-05-26T05:13:56.476" v="3971" actId="478"/>
          <ac:picMkLst>
            <pc:docMk/>
            <pc:sldMk cId="3699414739" sldId="286"/>
            <ac:picMk id="6" creationId="{F00D00DD-FD3F-713F-1837-5E67F190DB8E}"/>
          </ac:picMkLst>
        </pc:picChg>
      </pc:sldChg>
      <pc:sldChg chg="modSp add modAnim">
        <pc:chgData name="FAGES LUCIANO RODOLFO" userId="224ab6d9-70b5-4e2a-bfb3-d436487689cf" providerId="ADAL" clId="{488AFD17-422D-4EDE-8D18-E7EBEBC04EEA}" dt="2025-05-26T05:21:44.195" v="4171"/>
        <pc:sldMkLst>
          <pc:docMk/>
          <pc:sldMk cId="3932936131" sldId="287"/>
        </pc:sldMkLst>
        <pc:spChg chg="mod">
          <ac:chgData name="FAGES LUCIANO RODOLFO" userId="224ab6d9-70b5-4e2a-bfb3-d436487689cf" providerId="ADAL" clId="{488AFD17-422D-4EDE-8D18-E7EBEBC04EEA}" dt="2025-05-26T05:20:57.084" v="4159" actId="207"/>
          <ac:spMkLst>
            <pc:docMk/>
            <pc:sldMk cId="3932936131" sldId="287"/>
            <ac:spMk id="4" creationId="{78A2E782-6033-6434-4B03-A9BEAFCADC5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F87A2-CD80-47B9-8AAF-A95889E56A1B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89FF5-AF6A-4934-8137-DAD9532A8E8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967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7264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68129-9E25-F8F5-9817-3F1BB175B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FDBE1B-7CA9-0EDF-D995-32219A980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D730E3-C7E5-7568-42DA-476C96FCA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46E9F3-3382-062F-8F96-BFF6529F8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8544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BF839-FB00-C5ED-5C17-7A78565F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E5E505-8AD9-BAA5-C300-EA8B53D36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38304E-6A6C-62E3-5C95-57D6FF976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0BEB57-4DBD-1F9D-FF18-5073A28C5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8879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4DE59-62CA-7584-109E-1D4D47CF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60AE77-61C5-4963-1FAD-0F689D5AC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C80723C-1F76-57E5-549C-BAF6041ED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E1882F-2FCA-1384-92AA-2E9927351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13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0451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411FC-521E-ADC3-035D-67C4D884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27713F-C624-1449-7F4E-AF1B61C11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846791-70E5-551E-5B5C-5125DFB8E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7702BF-38B5-C662-215A-7B9CA8D44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14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5537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3A7E-F976-2875-9C71-7601CE1FD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D5A848-6C31-DC7B-9A44-C29B60AE3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1481CC-012C-32CB-22A7-41FF67ED1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EBC612-E2DE-2759-D37F-5B9DE2FB9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7254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9D29-6A57-3CEA-11E2-929BD8F5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7F58681-1EB2-743E-A4E6-300641FCD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EF6CEF-FEA2-80E7-9B7D-A38F8E4EF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D4982-7277-97BC-12D3-6B34477DA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17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9788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87470-FF48-444A-DCA5-C9887CABD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ECE8658-33F3-43AC-938A-A68322375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4382A4-2370-FFA4-00A4-D658BFE7A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0D42BC-B41B-CDC3-2791-638708B07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652304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CD59-F383-EB15-85BC-563F1E74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254E51-5D66-038B-51F5-C2A3BA2D33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0F9C31-FE97-1B8F-EA38-C294489FE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BC5103-1D76-FDE7-A345-3DDC9FF48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19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13519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82350-68AC-C03F-1123-DF9CB3E16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4F8394C-21B0-2A45-7886-D9993A8478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AB360E-0D7F-E900-2750-182661712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8D444E-505D-AE48-F94B-CE2CE17FE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20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6122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6B797-9527-3E2C-DEB7-94030DEB2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0DAD65-E3DE-0ACF-E8D5-23342840A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F0A0F0-1C6D-5584-BDB7-3BB58AB75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7F8D40-C8F5-4B33-B1C9-6E073A353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21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9572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7CA1-8B3B-815D-7EC1-A73B19BA3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9D802B-3C41-6F88-2987-401737141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903D47-36B4-A2B1-0B27-54DC2D311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9CEFFC-0841-F584-7978-0DD1CAF24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22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33042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076A7-D00D-72EF-FCAD-9B1BD55FE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7C26F18-CEDC-FEE9-1EF3-533C3B2D04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E2DE4B1-12BC-B230-CE87-48C97D106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70762C-D8DC-B5FE-7AAD-A02D0FD66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23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6163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E567-8552-EBBA-917D-1779DC169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37B183-F791-AC80-D523-32D68F195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A8FFB8-B37C-DB81-2605-1906BAD30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52E8C0-3E3F-0266-5187-2020A860C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24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28758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E615-6595-73F9-94EB-98AC73CE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A76AF7-9DE6-4C8A-9A43-5C65E3DF6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0A2DE70-B7D5-4704-FDA3-21350F7BA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875BC04-A007-1A33-D514-EC0EFA396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25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893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2EE6E-F911-02A1-D3F2-DD858324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F43AFF2-27BF-FDB2-FEB4-6513E0C88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0AF1785-8788-8ED4-CADA-551F4D2BE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C3C127-6372-6B86-553B-E5031E054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26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57488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2B3A9-9567-ED2C-455A-69D0E75F2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4EB981-7C4F-DB92-4684-18A404FAD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132A7F-39E5-46F5-27D5-822C07636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B773CA-FF96-882C-AD22-2D89C8CB2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27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72041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85F9E-354A-B44F-D48B-0203DE888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4F68A49-BB67-DFB3-4321-BBBAEA7F4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4CCD03C-2C8C-56A1-951B-76E7FED8E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38D4B0-0B4E-6472-FE21-1AC6F2B26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28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4256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D108D-9FF5-B974-7BEE-F2FFF6A6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744468D-CBFA-1BD3-FB80-736EFD0C1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E5448B8-5166-D24C-3FBB-E29314C52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596F7D-3099-22AA-685E-09BE5AAB2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C89FF5-AF6A-4934-8137-DAD9532A8E82}" type="slidenum">
              <a:rPr lang="es-AR" smtClean="0"/>
              <a:t>29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84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AF631-E47F-4437-6FBD-01CA21A33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CF9383-AAB4-47BB-9BAE-B9625D706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032FD5-48A5-0D61-DC6C-301C8B1BE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F22FB8-3337-6F3E-E604-570E0CF2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B23862-E9DB-F3E2-644A-9DA248504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259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35B20-508E-BAC1-A9A9-D6388F9F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E6B315-34A5-AA51-9951-077AFFE7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D78373-2527-5D3E-4FCC-77011AC1B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7AD49E-2A22-5585-2648-568DE7B40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5C4297-3629-CDEF-EEAE-FB67896B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5065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D398C-8094-CC16-6D90-1C0ECC6E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0D0D37-1F7E-6425-7F09-8E59CE44B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4F0ACE-827D-8120-3B99-A9B665C15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574844-CA31-5105-D1CA-CECFA8C6A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31B5D4-AF68-EAFB-2071-629A17F8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17451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CF6CD-FB49-58F7-22A4-B86CFE3F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C15E66-99BF-DC1D-E3DE-AE68A48E6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1B9C2D-CD1B-5AEB-DE1F-70B209271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B16925-F28C-17FD-BD79-4A2895B0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2AB23A-353A-72A2-AB97-8E9A32A1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17AD16B-098B-13A3-4039-9F3059B3F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541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1B06F-2835-1F05-BAFD-817A31735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57A867-FC9D-3134-5E31-6856649C5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7BD409-DF3D-5217-9845-170298CDA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5105525-FD49-2AD5-4CEB-5562069F9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3CC193E-819A-9E4C-8EC5-1F60753CE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BBC4763-F649-DB31-B37B-427D49B0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64094A1-4362-C187-D6CF-71170556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794642A-CC6B-982C-9D6C-4E11F0F3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81243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830ED-7752-5D66-D1A1-956E959BE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A2932B-88A0-974B-DDCC-E62646691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34F02C-8F0B-DA5B-76A5-37B85A0E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639EA1-8073-3037-39D6-4A8DA22B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695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C76E54F-982F-F22C-D7F2-EAF73B25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1BF2ED-187B-1A47-3A69-9E252BD1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A8CE5B-3352-7EAB-5FD9-4DD6675E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17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BF8B8-0F47-E2FF-2D53-B334C5DD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E2A814-673E-5879-DDDD-D8252F944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285852-335D-1659-4E93-422F270DE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EC3B6A-992F-E5DF-03AF-76D3BA37E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4BFB14-B52A-B782-79CA-8E2990F1D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F9C467-36ED-8E07-17BD-3513F826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5033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6AC3D-8210-0C7B-DEB1-3BF32AD53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CA2D4F7-9D07-815B-9D5A-4545D22F3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C7FA72-C3DE-907A-1B88-1FAE851A2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A02581-665B-EA54-D26E-49F9B96A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36294F-B39C-008F-BC82-0ADE38A9E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E9F0C9-378B-0522-DA3A-65044C98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142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22F78-586A-5179-DD59-8682A7C6E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65DB3B-5F02-BA00-8D34-433AB5194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914BD2-84B6-0EDF-2C95-88D13D494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534423-CDA3-BE9F-D6F1-D426A85AB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B16474-AF81-E40F-9895-4D6A943D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050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4C098F-D005-8ADE-B8D7-A232A7CFF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43A90F-00C1-5225-A3F3-70BCF3901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C869B0-E34F-13EA-B595-8D3D6BD7C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4C15EE-659B-0812-8EC2-DEA3CB14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3AB1F3-B624-7515-3847-750ECF01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5981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32C7F5-000A-D59D-7F6F-9181C61B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23FE67-22A7-C9F7-0476-6C299A2D7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3831FB-B100-45A7-B5F1-8E7F2F1E5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5D186C-981F-47FE-9B69-8F3679F11B1F}" type="datetimeFigureOut">
              <a:rPr lang="es-AR" smtClean="0"/>
              <a:t>29/5/2025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8F9D99-3062-E8C9-5E0D-45B8E0771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311FD7-CD17-92B3-C858-90A27818A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AA640-FF79-4528-BD7F-BB318D4C512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1980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AA93B26-ADEF-82CF-8AE9-35A5EEAE1C5F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5250EE-012A-9637-CF0C-F1C9E7D682B7}"/>
              </a:ext>
            </a:extLst>
          </p:cNvPr>
          <p:cNvSpPr txBox="1"/>
          <p:nvPr/>
        </p:nvSpPr>
        <p:spPr>
          <a:xfrm>
            <a:off x="1405821" y="2248161"/>
            <a:ext cx="712751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INTEGRALES</a:t>
            </a:r>
          </a:p>
          <a:p>
            <a:pPr algn="ctr"/>
            <a:endParaRPr lang="es-AR" sz="5000" dirty="0"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5000" dirty="0">
                <a:latin typeface="Berlin Sans FB Demi" panose="020E0802020502020306" pitchFamily="34" charset="0"/>
                <a:cs typeface="Aharoni" panose="02010803020104030203" pitchFamily="2" charset="-79"/>
              </a:rPr>
              <a:t>MÚLTIPLES</a:t>
            </a:r>
          </a:p>
          <a:p>
            <a:endParaRPr lang="es-AR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86729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0BB3-E31C-C75F-D4B9-C9E8A613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F5F357D-167B-6F18-2E13-7B6BD41B8E17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972D2B-7CC9-F430-A73B-9DCDBFC1287E}"/>
              </a:ext>
            </a:extLst>
          </p:cNvPr>
          <p:cNvSpPr txBox="1"/>
          <p:nvPr/>
        </p:nvSpPr>
        <p:spPr>
          <a:xfrm>
            <a:off x="1405821" y="2248161"/>
            <a:ext cx="712751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 dirty="0">
                <a:latin typeface="Arial" panose="020B0604020202020204" pitchFamily="34" charset="0"/>
                <a:cs typeface="Arial" panose="020B0604020202020204" pitchFamily="34" charset="0"/>
              </a:rPr>
              <a:t>INTEGRALES </a:t>
            </a:r>
          </a:p>
          <a:p>
            <a:pPr algn="ctr"/>
            <a:endParaRPr lang="es-AR" sz="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AR" sz="5000" dirty="0">
                <a:latin typeface="Arial" panose="020B0604020202020204" pitchFamily="34" charset="0"/>
                <a:cs typeface="Arial" panose="020B0604020202020204" pitchFamily="34" charset="0"/>
              </a:rPr>
              <a:t>DOBLES</a:t>
            </a:r>
          </a:p>
          <a:p>
            <a:endParaRPr lang="es-AR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7800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3F81FF8-A6FE-5594-D12E-A64877758C59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57C3CBC-BBC1-C61E-AEC2-5F53E7BF43D0}"/>
                  </a:ext>
                </a:extLst>
              </p:cNvPr>
              <p:cNvSpPr txBox="1"/>
              <p:nvPr/>
            </p:nvSpPr>
            <p:spPr>
              <a:xfrm>
                <a:off x="124505" y="1141988"/>
                <a:ext cx="9503460" cy="5478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DOBLES: sobre regiones 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CÁLCULO DE VOLÚMENES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Dados el C.E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𝐹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𝑅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𝑅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: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𝐹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𝑧</m:t>
                    </m:r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 </a:t>
                </a: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y a la región R definida por: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𝑅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∈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: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 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𝑐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𝑐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Si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𝐹</m:t>
                    </m:r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es continuo no negativo sobre R entonces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: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F57C3CBC-BBC1-C61E-AEC2-5F53E7BF4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05" y="1141988"/>
                <a:ext cx="9503460" cy="5478423"/>
              </a:xfrm>
              <a:prstGeom prst="rect">
                <a:avLst/>
              </a:prstGeom>
              <a:blipFill>
                <a:blip r:embed="rId2"/>
                <a:stretch>
                  <a:fillRect t="-144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78010ED2-9C64-2A4A-254D-F0D850AFF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463" y="0"/>
            <a:ext cx="3610032" cy="286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87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CFF49C2-A7B8-BAC5-727C-819A32B9269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AB0FF2A-FB62-4A72-08C9-E7577EE4B0B6}"/>
                  </a:ext>
                </a:extLst>
              </p:cNvPr>
              <p:cNvSpPr txBox="1"/>
              <p:nvPr/>
            </p:nvSpPr>
            <p:spPr>
              <a:xfrm>
                <a:off x="659568" y="1304144"/>
                <a:ext cx="8881672" cy="4083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El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volumen</a:t>
                </a:r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del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macizo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M definido por </a:t>
                </a: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𝑀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𝑧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3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:</m:t>
                        </m:r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∈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 , 0≤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𝑧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≤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𝐹</m:t>
                        </m:r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es:</a:t>
                </a: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𝑉𝑜𝑙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𝑀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𝑑𝐴</m:t>
                          </m:r>
                        </m:e>
                      </m:nary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Veamos está igualdad con más en detalle.</a:t>
                </a:r>
              </a:p>
              <a:p>
                <a:pPr algn="ctr"/>
                <a:r>
                  <a:rPr lang="es-AR" sz="1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AB0FF2A-FB62-4A72-08C9-E7577EE4B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68" y="1304144"/>
                <a:ext cx="8881672" cy="4083297"/>
              </a:xfrm>
              <a:prstGeom prst="rect">
                <a:avLst/>
              </a:prstGeom>
              <a:blipFill>
                <a:blip r:embed="rId2"/>
                <a:stretch>
                  <a:fillRect t="-1940" r="-6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89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4F7B49D-BD74-C5FC-49C8-B1CD09EF06D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7B732332-A5E6-F779-BD3B-F0E71F8D2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00539"/>
            <a:ext cx="5015754" cy="412063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CE2E84D-8B5C-7056-0C8A-043AE12FF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039" y="1100539"/>
            <a:ext cx="3172268" cy="3953427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F5460B93-7CFC-0B97-FE59-FBC228D4BF67}"/>
              </a:ext>
            </a:extLst>
          </p:cNvPr>
          <p:cNvSpPr txBox="1"/>
          <p:nvPr/>
        </p:nvSpPr>
        <p:spPr>
          <a:xfrm>
            <a:off x="1673903" y="497129"/>
            <a:ext cx="39723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b="1" dirty="0"/>
              <a:t>CÁLCULO I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805642A-5510-61AE-AAB3-77BFCEA0E39F}"/>
              </a:ext>
            </a:extLst>
          </p:cNvPr>
          <p:cNvSpPr txBox="1"/>
          <p:nvPr/>
        </p:nvSpPr>
        <p:spPr>
          <a:xfrm>
            <a:off x="7677712" y="497129"/>
            <a:ext cx="39723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000" b="1" dirty="0"/>
              <a:t>CÁLCULO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899388F-4448-2FC6-4B85-AD746749688A}"/>
                  </a:ext>
                </a:extLst>
              </p:cNvPr>
              <p:cNvSpPr txBox="1"/>
              <p:nvPr/>
            </p:nvSpPr>
            <p:spPr>
              <a:xfrm>
                <a:off x="975315" y="5263591"/>
                <a:ext cx="6130976" cy="1404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sz="30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𝑛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𝑗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3000" b="1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3000" b="1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s-AR" sz="3000" b="1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𝒊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⋅</m:t>
                              </m:r>
                              <m:r>
                                <a:rPr lang="es-AR" sz="3000" b="1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AR" sz="3000" b="1" i="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</m:nary>
                          <m:r>
                            <a:rPr lang="es-AR" sz="30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</m:e>
                      </m:func>
                      <m:nary>
                        <m:naryPr>
                          <m:ctrlPr>
                            <a:rPr lang="es-AR" sz="30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</m:sub>
                        <m:sup>
                          <m:r>
                            <a:rPr lang="es-AR" sz="30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sup>
                        <m:e>
                          <m:r>
                            <a:rPr lang="es-AR" sz="30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𝑓</m:t>
                          </m:r>
                          <m:d>
                            <m:dPr>
                              <m:ctrlPr>
                                <a:rPr lang="es-AR" sz="30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</m:e>
                          </m:d>
                          <m:r>
                            <a:rPr lang="es-AR" sz="30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AR" sz="3000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899388F-4448-2FC6-4B85-AD7467496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15" y="5263591"/>
                <a:ext cx="6130976" cy="14048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816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873A930-E703-7EB8-E787-4B2818DC3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194"/>
            <a:ext cx="6645639" cy="40575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C9FA7A0-0CC7-656E-609A-69B48A88C003}"/>
                  </a:ext>
                </a:extLst>
              </p:cNvPr>
              <p:cNvSpPr txBox="1"/>
              <p:nvPr/>
            </p:nvSpPr>
            <p:spPr>
              <a:xfrm>
                <a:off x="5071672" y="232888"/>
                <a:ext cx="6110990" cy="6207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subdividamos el rectángulo R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𝑛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  <a:r>
                  <a:rPr lang="es-AR" sz="3000" b="0" dirty="0" err="1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sub-rectángulos</a:t>
                </a:r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, es decir, 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Subdividimo</a:t>
                </a:r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s 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𝑎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𝑏</m:t>
                        </m:r>
                      </m:e>
                    </m:d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en n subintervalos de longitud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Δ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𝑥</m:t>
                    </m:r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, y también 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𝑐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𝑑</m:t>
                        </m:r>
                      </m:e>
                    </m:d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en n subintervalos de longitud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Δ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𝑦</m:t>
                    </m:r>
                  </m:oMath>
                </a14:m>
                <a:endParaRPr lang="es-AR" sz="3000" b="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Not</a:t>
                </a:r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emos que entonces el área de un </a:t>
                </a:r>
                <a:r>
                  <a:rPr lang="es-AR" sz="3000" dirty="0" err="1">
                    <a:latin typeface="Arial Nova" panose="020B0504020202020204" pitchFamily="34" charset="0"/>
                    <a:cs typeface="Aharoni" panose="02010803020104030203" pitchFamily="2" charset="-79"/>
                  </a:rPr>
                  <a:t>sub-rectángulo</a:t>
                </a:r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b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AR" sz="3000" b="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es 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𝒂</m:t>
                      </m:r>
                      <m:d>
                        <m:dPr>
                          <m:ctrlPr>
                            <a:rPr lang="es-AR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bPr>
                            <m:e>
                              <m:r>
                                <a:rPr lang="es-AR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s-AR" sz="3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  <m:r>
                        <a:rPr lang="es-AR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r>
                        <a:rPr lang="es-AR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𝚫</m:t>
                      </m:r>
                      <m:r>
                        <a:rPr lang="es-AR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𝒙</m:t>
                      </m:r>
                      <m:r>
                        <a:rPr lang="es-AR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𝚫</m:t>
                      </m:r>
                      <m:r>
                        <a:rPr lang="es-AR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𝒚</m:t>
                      </m:r>
                      <m:r>
                        <a:rPr lang="es-AR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</m:oMath>
                  </m:oMathPara>
                </a14:m>
                <a:endParaRPr lang="es-AR" sz="3000" b="1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C9FA7A0-0CC7-656E-609A-69B48A88C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672" y="232888"/>
                <a:ext cx="6110990" cy="6207918"/>
              </a:xfrm>
              <a:prstGeom prst="rect">
                <a:avLst/>
              </a:prstGeom>
              <a:blipFill>
                <a:blip r:embed="rId3"/>
                <a:stretch>
                  <a:fillRect l="-299" t="-1276" r="-179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637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53187C2-B9F6-F6B0-D60A-E7E985A4759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348D430-4692-1B60-8123-896C5A603A18}"/>
                  </a:ext>
                </a:extLst>
              </p:cNvPr>
              <p:cNvSpPr txBox="1"/>
              <p:nvPr/>
            </p:nvSpPr>
            <p:spPr>
              <a:xfrm>
                <a:off x="255957" y="165836"/>
                <a:ext cx="6639518" cy="6737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Ahora debemos entonces asignarle la altura a cada paralelepípedo, 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Para ello podemos tomar en cada </a:t>
                </a:r>
                <a:r>
                  <a:rPr lang="es-AR" sz="3000" b="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sub-rectángulo</a:t>
                </a:r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𝑖𝑗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un punto 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𝑖𝑗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bSup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𝑖𝑗</m:t>
                            </m:r>
                          </m:sub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∗</m:t>
                            </m:r>
                          </m:sup>
                        </m:sSub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 , </m:t>
                        </m:r>
                        <m:sSubSup>
                          <m:sSub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bSup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𝑖𝑗</m:t>
                            </m:r>
                          </m:sub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 </m:t>
                    </m:r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y calcular la imagen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𝐶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𝑖𝑗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 </m:t>
                    </m:r>
                  </m:oMath>
                </a14:m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por medio de F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Entonces, vamos a definir a la altura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h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𝑖𝑗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𝐹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𝐶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𝐹</m:t>
                    </m:r>
                    <m:d>
                      <m:dPr>
                        <m:ctrl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bSupPr>
                          <m:e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</m:e>
                          <m:sub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𝑖𝑗</m:t>
                            </m:r>
                          </m:sub>
                          <m:sup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∗</m:t>
                            </m:r>
                          </m:sup>
                        </m:sSubSup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 , </m:t>
                        </m:r>
                        <m:sSubSup>
                          <m:sSubSupPr>
                            <m:ctrlP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bSupPr>
                          <m:e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  <m:sub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𝑖𝑗</m:t>
                            </m:r>
                          </m:sub>
                          <m:sup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𝑽𝒐𝒍</m:t>
                      </m:r>
                      <m:d>
                        <m:dPr>
                          <m:ctrlP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b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𝒊𝒋</m:t>
                              </m:r>
                            </m:sub>
                          </m:sSub>
                        </m:e>
                      </m:d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𝑭</m:t>
                      </m:r>
                      <m:d>
                        <m:dPr>
                          <m:ctrlP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bSup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𝒊𝒋</m:t>
                              </m:r>
                            </m:sub>
                            <m:sup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∗</m:t>
                              </m:r>
                            </m:sup>
                          </m:sSubSup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, </m:t>
                          </m:r>
                          <m:sSubSup>
                            <m:sSubSupPr>
                              <m:ctrlP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bSup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𝒊𝒋</m:t>
                              </m:r>
                            </m:sub>
                            <m:sup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⋅</m:t>
                      </m:r>
                      <m:r>
                        <a:rPr lang="es-AR" sz="3000" b="1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𝚫</m:t>
                      </m:r>
                      <m:sSub>
                        <m:sSubPr>
                          <m:ctrlP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bPr>
                        <m:e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𝒙</m:t>
                          </m:r>
                        </m:e>
                        <m:sub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𝒊</m:t>
                          </m:r>
                        </m:sub>
                      </m:sSub>
                      <m:r>
                        <a:rPr lang="es-AR" sz="3000" b="1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𝚫</m:t>
                      </m:r>
                      <m:sSub>
                        <m:sSubPr>
                          <m:ctrlP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bPr>
                        <m:e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𝒚</m:t>
                          </m:r>
                        </m:e>
                        <m:sub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𝒋</m:t>
                          </m:r>
                        </m:sub>
                      </m:sSub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</m:oMath>
                  </m:oMathPara>
                </a14:m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348D430-4692-1B60-8123-896C5A603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57" y="165836"/>
                <a:ext cx="6639518" cy="6737998"/>
              </a:xfrm>
              <a:prstGeom prst="rect">
                <a:avLst/>
              </a:prstGeom>
              <a:blipFill>
                <a:blip r:embed="rId2"/>
                <a:stretch>
                  <a:fillRect l="-1377" t="-1175" r="-284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912FCFA4-050F-913E-29B6-548E03C50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058" y="944380"/>
            <a:ext cx="5395942" cy="428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15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0AC6EFC-FBF2-3231-7337-559C6231D65F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6556971-5A4C-A43F-A235-354C0D227B0F}"/>
                  </a:ext>
                </a:extLst>
              </p:cNvPr>
              <p:cNvSpPr txBox="1"/>
              <p:nvPr/>
            </p:nvSpPr>
            <p:spPr>
              <a:xfrm>
                <a:off x="390868" y="690492"/>
                <a:ext cx="11541301" cy="5867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¿Cómo podemos aproximar el volumen de M?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Sumamos todos los volúmenes: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Pero hay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𝑛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y dicha cantidad depende de x y de y entonces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𝑉𝑜𝑙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(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𝑀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)≅</m:t>
                      </m:r>
                      <m:nary>
                        <m:naryPr>
                          <m:chr m:val="∑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  <m:t>𝑗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  <m:t>=1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𝑖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s-AR" sz="30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𝑭</m:t>
                              </m:r>
                              <m:d>
                                <m:dPr>
                                  <m:ctrlP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𝒊𝒋</m:t>
                                      </m:r>
                                    </m:sub>
                                    <m:sup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 , </m:t>
                                  </m:r>
                                  <m:sSubSup>
                                    <m:sSubSupPr>
                                      <m:ctrlP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𝒊𝒋</m:t>
                                      </m:r>
                                    </m:sub>
                                    <m:sup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s-AR" sz="30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⋅</m:t>
                              </m:r>
                              <m:r>
                                <a:rPr lang="es-AR" sz="30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s-AR" sz="3000" b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𝚫</m:t>
                              </m:r>
                              <m:sSub>
                                <m:sSubPr>
                                  <m:ctrlP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sSubPr>
                                <m:e>
                                  <m: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s-AR" sz="30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s-AR" sz="3000" b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Arial Nova" panose="020B0504020202020204" pitchFamily="34" charset="0"/>
                                  <a:cs typeface="Aharoni" panose="02010803020104030203" pitchFamily="2" charset="-79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¿Qué podríamos hacer ahora para obtener el volumen </a:t>
                </a:r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EXACTO</a:t>
                </a:r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?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6556971-5A4C-A43F-A235-354C0D227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68" y="690492"/>
                <a:ext cx="11541301" cy="5867632"/>
              </a:xfrm>
              <a:prstGeom prst="rect">
                <a:avLst/>
              </a:prstGeom>
              <a:blipFill>
                <a:blip r:embed="rId2"/>
                <a:stretch>
                  <a:fillRect t="-135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747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40D9-DAD3-2292-4DD1-262F29F1B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02C1870-45FD-EA90-6EF0-A06D10C56CB5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582DA7B-A4B6-397E-16AA-9FC1DAEB4BF4}"/>
                  </a:ext>
                </a:extLst>
              </p:cNvPr>
              <p:cNvSpPr txBox="1"/>
              <p:nvPr/>
            </p:nvSpPr>
            <p:spPr>
              <a:xfrm>
                <a:off x="-263268" y="252219"/>
                <a:ext cx="9503460" cy="3733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Tomando límite 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𝑛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→+∞ </m:t>
                    </m:r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obtenemos</a:t>
                </a:r>
                <a:endParaRPr lang="es-AR" sz="3000" dirty="0">
                  <a:solidFill>
                    <a:schemeClr val="bg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s-AR" sz="3000" b="0" i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𝑛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→+∞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𝑗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𝑖</m:t>
                                  </m:r>
                                  <m: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𝑭</m:t>
                                  </m:r>
                                  <m:d>
                                    <m:dPr>
                                      <m:ctrlP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s-AR" sz="3000" b="1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sz="3000" b="1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s-AR" sz="3000" b="1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𝒊𝒋</m:t>
                                          </m:r>
                                        </m:sub>
                                        <m:sup>
                                          <m:r>
                                            <a:rPr lang="es-AR" sz="3000" b="1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 , </m:t>
                                      </m:r>
                                      <m:sSubSup>
                                        <m:sSubSupPr>
                                          <m:ctrlPr>
                                            <a:rPr lang="es-AR" sz="3000" b="1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AR" sz="3000" b="1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es-AR" sz="3000" b="1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𝒊𝒋</m:t>
                                          </m:r>
                                        </m:sub>
                                        <m:sup>
                                          <m:r>
                                            <a:rPr lang="es-AR" sz="3000" b="1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⋅</m:t>
                                  </m:r>
                                  <m:r>
                                    <a:rPr lang="es-AR" sz="30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𝚫</m:t>
                                  </m:r>
                                  <m:sSub>
                                    <m:sSubPr>
                                      <m:ctrlP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s-AR" sz="3000" b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𝚫</m:t>
                                  </m:r>
                                  <m:sSub>
                                    <m:sSubPr>
                                      <m:ctrlP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es-AR" sz="3000" b="1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=</m:t>
                                  </m:r>
                                  <m: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𝑳</m:t>
                                  </m:r>
                                  <m: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∈(</m:t>
                                  </m:r>
                                  <m: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𝟎</m:t>
                                  </m:r>
                                  <m: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,+∞) </m:t>
                                  </m:r>
                                  <m:r>
                                    <m:rPr>
                                      <m:nor/>
                                    </m:rPr>
                                    <a:rPr lang="es-AR" sz="3000" b="1" dirty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Arial Nova" panose="020B0504020202020204" pitchFamily="34" charset="0"/>
                                      <a:cs typeface="Aharoni" panose="02010803020104030203" pitchFamily="2" charset="-79"/>
                                    </a:rPr>
                                    <m:t> </m:t>
                                  </m:r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ea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𝑽𝒐𝒍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(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𝑴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)=</m:t>
                      </m:r>
                      <m:nary>
                        <m:naryPr>
                          <m:chr m:val="∬"/>
                          <m:ctrl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d>
                            <m:d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𝑑𝐴</m:t>
                          </m:r>
                        </m:e>
                      </m:nary>
                    </m:oMath>
                  </m:oMathPara>
                </a14:m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582DA7B-A4B6-397E-16AA-9FC1DAEB4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3268" y="252219"/>
                <a:ext cx="9503460" cy="3733843"/>
              </a:xfrm>
              <a:prstGeom prst="rect">
                <a:avLst/>
              </a:prstGeom>
              <a:blipFill>
                <a:blip r:embed="rId2"/>
                <a:stretch>
                  <a:fillRect t="-212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84AC0DB0-D888-EB13-6169-2152172DA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393" y="4149969"/>
            <a:ext cx="5789320" cy="247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1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32DD4-357F-EE46-84FF-B7FFDD39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FEB4759-CD2C-2780-0F58-74A8E5000AD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FE4A7A6-E2DA-B487-79DB-9E5BAC09C51F}"/>
                  </a:ext>
                </a:extLst>
              </p:cNvPr>
              <p:cNvSpPr txBox="1"/>
              <p:nvPr/>
            </p:nvSpPr>
            <p:spPr>
              <a:xfrm>
                <a:off x="390868" y="690492"/>
                <a:ext cx="11541301" cy="5741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CÁLCULO ANALÍTICO: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TEOREMA DE FUBINI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Para que represente un volumen debemos pedir que F sea no negativo en toda la región R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ctrlPr>
                            <a:rPr lang="es-AR" sz="3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sub>
                        <m:sup>
                          <m:r>
                            <a:rPr lang="es-AR" sz="3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d>
                            <m:dPr>
                              <m:ctrlPr>
                                <a:rPr lang="es-AR" sz="32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2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2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2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𝑑𝐴</m:t>
                          </m:r>
                          <m:r>
                            <a:rPr lang="es-AR" sz="3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 </m:t>
                          </m:r>
                          <m:nary>
                            <m:naryPr>
                              <m:limLoc m:val="undOvr"/>
                              <m:ctrlPr>
                                <a:rPr lang="es-AR" sz="3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s-AR" sz="32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s-AR" sz="32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𝑏</m:t>
                              </m:r>
                            </m:sup>
                            <m:e>
                              <m:nary>
                                <m:naryPr>
                                  <m:limLoc m:val="undOvr"/>
                                  <m:ctrlPr>
                                    <a:rPr lang="es-AR" sz="3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s-AR" sz="32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s-AR" sz="32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𝑑</m:t>
                                  </m:r>
                                </m:sup>
                                <m:e>
                                  <m:r>
                                    <a:rPr lang="es-AR" sz="3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s-AR" sz="32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32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𝑥</m:t>
                                      </m:r>
                                      <m:r>
                                        <a:rPr lang="es-AR" sz="32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,</m:t>
                                      </m:r>
                                      <m:r>
                                        <a:rPr lang="es-AR" sz="32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s-AR" sz="3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 </m:t>
                                  </m:r>
                                  <m:r>
                                    <a:rPr lang="es-AR" sz="3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𝑑𝑦𝑑𝑥</m:t>
                                  </m:r>
                                  <m:r>
                                    <a:rPr lang="es-AR" sz="32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=</m:t>
                                  </m:r>
                                  <m:nary>
                                    <m:naryPr>
                                      <m:limLoc m:val="undOvr"/>
                                      <m:ctrlPr>
                                        <a:rPr lang="es-AR" sz="32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4"/>
                                        </m:rPr>
                                        <a:rPr lang="es-AR" sz="32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s-AR" sz="32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𝑑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limLoc m:val="undOvr"/>
                                          <m:ctrlPr>
                                            <a:rPr lang="es-AR" sz="32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brk m:alnAt="24"/>
                                            </m:rPr>
                                            <a:rPr lang="es-AR" sz="32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𝑎</m:t>
                                          </m:r>
                                        </m:sub>
                                        <m:sup>
                                          <m:r>
                                            <a:rPr lang="es-AR" sz="32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𝑏</m:t>
                                          </m:r>
                                        </m:sup>
                                        <m:e>
                                          <m:r>
                                            <a:rPr lang="es-AR" sz="32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𝐹</m:t>
                                          </m:r>
                                          <m:d>
                                            <m:dPr>
                                              <m:ctrlPr>
                                                <a:rPr lang="es-AR" sz="3200" i="1">
                                                  <a:solidFill>
                                                    <a:schemeClr val="tx1">
                                                      <a:lumMod val="95000"/>
                                                      <a:lumOff val="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haroni" panose="02010803020104030203" pitchFamily="2" charset="-79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s-AR" sz="3200" i="1">
                                                  <a:solidFill>
                                                    <a:schemeClr val="tx1">
                                                      <a:lumMod val="95000"/>
                                                      <a:lumOff val="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haroni" panose="02010803020104030203" pitchFamily="2" charset="-79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s-AR" sz="3200" i="1">
                                                  <a:solidFill>
                                                    <a:schemeClr val="tx1">
                                                      <a:lumMod val="95000"/>
                                                      <a:lumOff val="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haroni" panose="02010803020104030203" pitchFamily="2" charset="-79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s-AR" sz="3200" i="1">
                                                  <a:solidFill>
                                                    <a:schemeClr val="tx1">
                                                      <a:lumMod val="95000"/>
                                                      <a:lumOff val="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haroni" panose="02010803020104030203" pitchFamily="2" charset="-79"/>
                                                </a:rPr>
                                                <m:t>𝑦</m:t>
                                              </m:r>
                                            </m:e>
                                          </m:d>
                                          <m:r>
                                            <a:rPr lang="es-AR" sz="32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 </m:t>
                                          </m:r>
                                          <m:r>
                                            <a:rPr lang="es-AR" sz="32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𝑑𝑥𝑑𝑦</m:t>
                                          </m:r>
                                          <m:r>
                                            <a:rPr lang="es-AR" sz="32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 </m:t>
                                          </m:r>
                                        </m:e>
                                      </m:nary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Sin embargo podemos extender la forma de cálculo para cualquier campo continuo en R, o incluso con un número finito de discontinuidades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FE4A7A6-E2DA-B487-79DB-9E5BAC09C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868" y="690492"/>
                <a:ext cx="11541301" cy="5741187"/>
              </a:xfrm>
              <a:prstGeom prst="rect">
                <a:avLst/>
              </a:prstGeom>
              <a:blipFill>
                <a:blip r:embed="rId3"/>
                <a:stretch>
                  <a:fillRect l="-792" t="-1380" r="-1638" b="-233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197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FD24F-EA86-FA1C-DE1D-8F4FCFBA0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C0D31CE-C428-1391-576C-655F78FFD303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996613C-0566-FAE9-A6BC-57D931034EC5}"/>
                  </a:ext>
                </a:extLst>
              </p:cNvPr>
              <p:cNvSpPr txBox="1"/>
              <p:nvPr/>
            </p:nvSpPr>
            <p:spPr>
              <a:xfrm>
                <a:off x="265380" y="482216"/>
                <a:ext cx="9503460" cy="5241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TEOREMA DE FUBINI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d>
                            <m:d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𝑑𝐴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 </m:t>
                          </m:r>
                          <m:nary>
                            <m:naryPr>
                              <m:limLoc m:val="undOvr"/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𝑏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s-AR" sz="300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limLoc m:val="undOvr"/>
                                      <m:ctrlPr>
                                        <a:rPr lang="es-AR" sz="30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4"/>
                                        </m:rPr>
                                        <a:rPr lang="es-AR" sz="30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s-AR" sz="30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𝑑</m:t>
                                      </m:r>
                                    </m:sup>
                                    <m:e>
                                      <m:r>
                                        <a:rPr lang="es-AR" sz="30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𝐹</m:t>
                                      </m:r>
                                      <m:d>
                                        <m:dPr>
                                          <m:ctrlPr>
                                            <a:rPr lang="es-AR" sz="30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AR" sz="30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𝑥</m:t>
                                          </m:r>
                                          <m:r>
                                            <a:rPr lang="es-AR" sz="30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,</m:t>
                                          </m:r>
                                          <m:r>
                                            <a:rPr lang="es-AR" sz="3000" i="1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  <m:r>
                                        <a:rPr lang="es-AR" sz="30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 </m:t>
                                      </m:r>
                                      <m:r>
                                        <a:rPr lang="es-AR" sz="3000" i="1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𝑑𝑦</m:t>
                                      </m:r>
                                    </m:e>
                                  </m:nary>
                                </m:e>
                              </m:d>
                            </m:e>
                          </m:nary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La idea es que para cada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s-AR" sz="3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𝒙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𝑎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𝑏</m:t>
                        </m:r>
                      </m:e>
                    </m:d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tenemos la integral 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𝑐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𝒙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𝑑𝑦</m:t>
                          </m:r>
                        </m:e>
                      </m:nary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𝐴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(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𝒙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)</m:t>
                      </m:r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996613C-0566-FAE9-A6BC-57D931034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80" y="482216"/>
                <a:ext cx="9503460" cy="5241884"/>
              </a:xfrm>
              <a:prstGeom prst="rect">
                <a:avLst/>
              </a:prstGeom>
              <a:blipFill>
                <a:blip r:embed="rId3"/>
                <a:stretch>
                  <a:fillRect l="-770" t="-1512" r="-160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767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B57F6-B625-2ADC-937B-3F3EA579B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DF3E095-926D-7BA9-21E5-BF62BCF9FE1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822F07-7CD4-5FF3-C8DF-8144DAA32695}"/>
              </a:ext>
            </a:extLst>
          </p:cNvPr>
          <p:cNvSpPr txBox="1"/>
          <p:nvPr/>
        </p:nvSpPr>
        <p:spPr>
          <a:xfrm>
            <a:off x="265380" y="482216"/>
            <a:ext cx="95034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TEOREMA DE FUBINI</a:t>
            </a:r>
          </a:p>
          <a:p>
            <a:pPr algn="ctr"/>
            <a:endParaRPr lang="es-AR" sz="3000" b="1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¿Cómo obtendremos el volumen de M</a:t>
            </a: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A partir del área de las láminas?</a:t>
            </a: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958EA8-2926-0281-4932-CC076620A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072" y="3101470"/>
            <a:ext cx="4439211" cy="357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22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A6F7-B1E0-6416-67E5-07A0C5B9B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4450957-E72E-718B-0886-4F6344CD1B2F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DC035F6-F9A4-31A1-02A3-5126EA752611}"/>
                  </a:ext>
                </a:extLst>
              </p:cNvPr>
              <p:cNvSpPr txBox="1"/>
              <p:nvPr/>
            </p:nvSpPr>
            <p:spPr>
              <a:xfrm>
                <a:off x="-169334" y="74951"/>
                <a:ext cx="9503460" cy="70480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TEOREMA DE FUBINI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Las sumamos en forma continua en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[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𝑎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,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𝑏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]</m:t>
                    </m:r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es decir: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Integramos la función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𝐴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(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𝑥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)</m:t>
                    </m:r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[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𝑎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,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𝑏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]</m:t>
                    </m:r>
                  </m:oMath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𝐴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𝒙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𝑑𝑥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nary>
                            <m:naryPr>
                              <m:limLoc m:val="undOvr"/>
                              <m:ctrlPr>
                                <a:rPr lang="es-AR" sz="300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𝑏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s-AR" sz="300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s-AR" sz="300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𝑑</m:t>
                                      </m:r>
                                    </m:sup>
                                    <m:e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𝐹</m:t>
                                      </m:r>
                                      <m:d>
                                        <m:dPr>
                                          <m:ctrlPr>
                                            <a:rPr lang="es-AR" sz="30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AR" sz="3000" b="1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𝒙</m:t>
                                          </m:r>
                                          <m:r>
                                            <a:rPr lang="es-AR" sz="30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,</m:t>
                                          </m:r>
                                          <m:r>
                                            <a:rPr lang="es-AR" sz="30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𝑑𝑦</m:t>
                                      </m:r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𝑑𝑥</m:t>
                              </m:r>
                            </m:e>
                          </m:nary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𝑉𝑜𝑙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(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𝑀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Análogamente: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a:rPr lang="es-AR" sz="30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𝑐</m:t>
                          </m:r>
                        </m:sub>
                        <m:sup>
                          <m:r>
                            <a:rPr lang="es-AR" sz="3000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𝐵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1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𝒚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𝑑𝑦</m:t>
                          </m:r>
                          <m:r>
                            <a:rPr lang="es-AR" sz="3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nary>
                            <m:naryPr>
                              <m:limLoc m:val="undOvr"/>
                              <m:ctrlPr>
                                <a:rPr lang="es-AR" sz="300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s-AR" sz="3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s-AR" sz="3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s-AR" sz="3000" i="1" smtClean="0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s-AR" sz="300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s-AR" sz="3000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𝑎</m:t>
                                      </m:r>
                                    </m:sub>
                                    <m:sup>
                                      <m:r>
                                        <a:rPr lang="es-AR" sz="3000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𝑏</m:t>
                                      </m:r>
                                    </m:sup>
                                    <m:e>
                                      <m:r>
                                        <a:rPr lang="es-AR" sz="3000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𝐹</m:t>
                                      </m:r>
                                      <m:d>
                                        <m:dPr>
                                          <m:ctrlPr>
                                            <a:rPr lang="es-AR" sz="3000" b="0" i="1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AR" sz="3000" b="0" i="1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𝑥</m:t>
                                          </m:r>
                                          <m:r>
                                            <a:rPr lang="es-AR" sz="3000" b="0" i="1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,</m:t>
                                          </m:r>
                                          <m:r>
                                            <a:rPr lang="es-AR" sz="3000" b="1" i="1" smtClean="0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𝒚</m:t>
                                          </m:r>
                                        </m:e>
                                      </m:d>
                                      <m:r>
                                        <a:rPr lang="es-AR" sz="3000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𝑑𝑥</m:t>
                                      </m:r>
                                      <m:r>
                                        <a:rPr lang="es-AR" sz="3000" b="0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 </m:t>
                                      </m:r>
                                    </m:e>
                                  </m:nary>
                                </m:e>
                              </m:d>
                              <m:r>
                                <a:rPr lang="es-AR" sz="3000" b="0" i="1" smtClean="0">
                                  <a:solidFill>
                                    <a:schemeClr val="tx2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𝑑𝑦</m:t>
                              </m:r>
                            </m:e>
                          </m:nary>
                          <m:r>
                            <a:rPr lang="es-AR" sz="3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r>
                            <a:rPr lang="es-AR" sz="3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𝑉𝑜𝑙</m:t>
                          </m:r>
                          <m:r>
                            <a:rPr lang="es-AR" sz="3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(</m:t>
                          </m:r>
                          <m:r>
                            <a:rPr lang="es-AR" sz="3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𝑀</m:t>
                          </m:r>
                          <m:r>
                            <a:rPr lang="es-AR" sz="3000" b="0" i="1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DC035F6-F9A4-31A1-02A3-5126EA752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9334" y="74951"/>
                <a:ext cx="9503460" cy="7048083"/>
              </a:xfrm>
              <a:prstGeom prst="rect">
                <a:avLst/>
              </a:prstGeom>
              <a:blipFill>
                <a:blip r:embed="rId3"/>
                <a:stretch>
                  <a:fillRect t="-112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758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4FBCA-B1DB-1291-A6B0-174416FB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F4D5718-0C52-25F3-22AD-68343B191F7D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079BB3A-FB68-45C6-CB4D-1597260F9E82}"/>
                  </a:ext>
                </a:extLst>
              </p:cNvPr>
              <p:cNvSpPr txBox="1"/>
              <p:nvPr/>
            </p:nvSpPr>
            <p:spPr>
              <a:xfrm>
                <a:off x="-359487" y="494676"/>
                <a:ext cx="12910973" cy="5294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rgbClr val="C00000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RESUMEN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El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volumen</a:t>
                </a:r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del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macizo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M definido por </a:t>
                </a: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𝑀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𝑧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3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:</m:t>
                        </m:r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∈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 , 0≤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𝑧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≤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𝐹</m:t>
                        </m:r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es:</a:t>
                </a:r>
              </a:p>
              <a:p>
                <a:pPr algn="ctr"/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𝑉𝑜𝑙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𝑀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𝑑𝐴</m:t>
                          </m:r>
                        </m:e>
                      </m:nary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sup>
                        <m:e>
                          <m:nary>
                            <m:nary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</m:t>
                              </m:r>
                            </m:sup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𝑥</m:t>
                                  </m:r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,</m:t>
                                  </m:r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 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𝑑𝑦𝑑𝑥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=</m:t>
                              </m:r>
                              <m:nary>
                                <m:naryPr>
                                  <m:ctrl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𝑑</m:t>
                                  </m:r>
                                </m:sup>
                                <m:e>
                                  <m:nary>
                                    <m:naryPr>
                                      <m:ctrlP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𝑎</m:t>
                                      </m:r>
                                    </m:sub>
                                    <m:sup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𝑏</m:t>
                                      </m:r>
                                    </m:sup>
                                    <m:e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𝐹</m:t>
                                      </m:r>
                                      <m:d>
                                        <m:dPr>
                                          <m:ctrlPr>
                                            <a:rPr lang="es-AR" sz="30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AR" sz="30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𝑥</m:t>
                                          </m:r>
                                          <m:r>
                                            <a:rPr lang="es-AR" sz="30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,</m:t>
                                          </m:r>
                                          <m:r>
                                            <a:rPr lang="es-AR" sz="3000" b="0" i="1" smtClean="0">
                                              <a:solidFill>
                                                <a:schemeClr val="tx1">
                                                  <a:lumMod val="95000"/>
                                                  <a:lumOff val="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haroni" panose="02010803020104030203" pitchFamily="2" charset="-79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 </m:t>
                                      </m:r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𝑑𝑥</m:t>
                                      </m:r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𝑑</m:t>
                                      </m:r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𝑦</m:t>
                                      </m:r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rgbClr val="FF0000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ACLARACIÓN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: Esta integral puede no representar volumen</a:t>
                </a: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079BB3A-FB68-45C6-CB4D-1597260F9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9487" y="494676"/>
                <a:ext cx="12910973" cy="5294463"/>
              </a:xfrm>
              <a:prstGeom prst="rect">
                <a:avLst/>
              </a:prstGeom>
              <a:blipFill>
                <a:blip r:embed="rId3"/>
                <a:stretch>
                  <a:fillRect t="-1496" b="-253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839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DF35-0D77-8CDA-B0D8-2007B15B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7294AE8-ED85-5975-0A12-71D0AAFD52C8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7E53E3A-0658-8845-2A91-8EB811DC7122}"/>
                  </a:ext>
                </a:extLst>
              </p:cNvPr>
              <p:cNvSpPr txBox="1"/>
              <p:nvPr/>
            </p:nvSpPr>
            <p:spPr>
              <a:xfrm>
                <a:off x="-359487" y="539647"/>
                <a:ext cx="1291097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EJEMPLO 1:</a:t>
                </a:r>
              </a:p>
              <a:p>
                <a:pPr algn="ctr"/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</a:p>
              <a:p>
                <a:pPr algn="ctr"/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Calcular la integral del campo 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𝐹</m:t>
                    </m:r>
                    <m:d>
                      <m:dPr>
                        <m:ctrlPr>
                          <a:rPr lang="es-AR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sSup>
                      <m:sSupPr>
                        <m:ctrlPr>
                          <a:rPr lang="es-AR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3</m:t>
                        </m:r>
                      </m:sup>
                    </m:sSup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+</m:t>
                    </m:r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𝑦𝑥</m:t>
                    </m:r>
                  </m:oMath>
                </a14:m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sobre</a:t>
                </a:r>
                <a:r>
                  <a:rPr lang="es-AR" sz="3000" dirty="0">
                    <a:solidFill>
                      <a:schemeClr val="tx1"/>
                    </a:solidFill>
                    <a:cs typeface="Aharoni" panose="02010803020104030203" pitchFamily="2" charset="-79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AR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−2,0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s-AR" sz="3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−1,2</m:t>
                        </m:r>
                      </m:e>
                    </m:d>
                  </m:oMath>
                </a14:m>
                <a:r>
                  <a:rPr lang="es-AR" sz="3000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¿Representa un volumen?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7E53E3A-0658-8845-2A91-8EB811DC7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9487" y="539647"/>
                <a:ext cx="12910973" cy="1938992"/>
              </a:xfrm>
              <a:prstGeom prst="rect">
                <a:avLst/>
              </a:prstGeom>
              <a:blipFill>
                <a:blip r:embed="rId3"/>
                <a:stretch>
                  <a:fillRect t="-4088" b="-786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7587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E691A45-E3CB-B268-1EAD-9978B49B04E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01B8BEA-1309-7F8D-F4A1-2B42DD6E934C}"/>
                  </a:ext>
                </a:extLst>
              </p:cNvPr>
              <p:cNvSpPr txBox="1"/>
              <p:nvPr/>
            </p:nvSpPr>
            <p:spPr>
              <a:xfrm>
                <a:off x="-359487" y="539647"/>
                <a:ext cx="12910973" cy="2164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EJEMPLO 2:</a:t>
                </a:r>
              </a:p>
              <a:p>
                <a:pPr algn="ctr"/>
                <a:r>
                  <a:rPr lang="es-AR" sz="3000" b="1" dirty="0">
                    <a:solidFill>
                      <a:schemeClr val="tx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Calcular la integral del campo  </a:t>
                </a:r>
                <a14:m>
                  <m:oMath xmlns:m="http://schemas.openxmlformats.org/officeDocument/2006/math">
                    <m:r>
                      <a:rPr lang="es-AR" sz="3000" i="1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𝐹</m:t>
                    </m:r>
                    <m:d>
                      <m:dPr>
                        <m:ctrlPr>
                          <a:rPr lang="es-AR" sz="3000" i="1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i="1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  <m:r>
                          <a:rPr lang="es-AR" sz="3000" i="1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i="1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𝑦</m:t>
                        </m:r>
                      </m:e>
                    </m:d>
                    <m:r>
                      <a:rPr lang="es-AR" sz="3000" i="1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𝑠𝑒𝑛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(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𝑦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)</m:t>
                    </m:r>
                  </m:oMath>
                </a14:m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Sobre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s-AR" sz="3000" i="1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0,2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s-AR" sz="3000" i="1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i="1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−</m:t>
                        </m:r>
                        <m:f>
                          <m:fPr>
                            <m:ctrlPr>
                              <a:rPr lang="es-AR" sz="3000" i="1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fPr>
                          <m:num>
                            <m:r>
                              <a:rPr lang="es-AR" sz="3000" i="1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𝜋</m:t>
                            </m:r>
                          </m:num>
                          <m:den>
                            <m:r>
                              <a:rPr lang="es-AR" sz="3000" i="1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den>
                        </m:f>
                        <m:r>
                          <a:rPr lang="es-AR" sz="3000" i="1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i="1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𝜋</m:t>
                        </m:r>
                      </m:e>
                    </m:d>
                  </m:oMath>
                </a14:m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¿Representa un volumen?</a:t>
                </a:r>
                <a:endParaRPr lang="es-AR" sz="3000" dirty="0">
                  <a:solidFill>
                    <a:schemeClr val="tx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401B8BEA-1309-7F8D-F4A1-2B42DD6E9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9487" y="539647"/>
                <a:ext cx="12910973" cy="2164888"/>
              </a:xfrm>
              <a:prstGeom prst="rect">
                <a:avLst/>
              </a:prstGeom>
              <a:blipFill>
                <a:blip r:embed="rId2"/>
                <a:stretch>
                  <a:fillRect t="-3662" b="-225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104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72F66-BBF9-9CF4-43D4-0E6C3047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D238F3D-044C-59F6-8A46-F3363A60280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AB95E72-00A2-1801-2C3C-1DBCB298ED63}"/>
                  </a:ext>
                </a:extLst>
              </p:cNvPr>
              <p:cNvSpPr txBox="1"/>
              <p:nvPr/>
            </p:nvSpPr>
            <p:spPr>
              <a:xfrm>
                <a:off x="265379" y="222599"/>
                <a:ext cx="11546869" cy="6093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REGIONES ELEMENTALES</a:t>
                </a: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-Cálculo de áreas mediante integrales dobles-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¿Qué ocurre si R no es un rectángulo sino una región cualquiera?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Teorema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: Una región R plana se puede descomponer en regiones de tipo 1 o tipo 2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b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e>
                        <m:sub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1</m:t>
                          </m:r>
                        </m:sub>
                      </m:sSub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∈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: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, 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𝑓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𝑔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b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e>
                        <m:sub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b>
                      </m:sSub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∈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: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𝑐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, 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𝛼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𝛽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AB95E72-00A2-1801-2C3C-1DBCB298E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9" y="222599"/>
                <a:ext cx="11546869" cy="6093976"/>
              </a:xfrm>
              <a:prstGeom prst="rect">
                <a:avLst/>
              </a:prstGeom>
              <a:blipFill>
                <a:blip r:embed="rId3"/>
                <a:stretch>
                  <a:fillRect l="-370" t="-1301" r="-105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448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F3A23-331B-83FA-BD2D-8E2E92C4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0BCB634-0D84-3F6F-1088-A3A818086249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004FDAC-C5E0-3A80-A558-1C4558DF0E1D}"/>
                  </a:ext>
                </a:extLst>
              </p:cNvPr>
              <p:cNvSpPr txBox="1"/>
              <p:nvPr/>
            </p:nvSpPr>
            <p:spPr>
              <a:xfrm>
                <a:off x="322565" y="237589"/>
                <a:ext cx="11546869" cy="5097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REGIONES ELEMENTALES</a:t>
                </a: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-Cálculo de áreas mediante integrales dobles-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s-AR" sz="300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b>
                        <m:r>
                          <a:rPr lang="es-AR" sz="3000" i="1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1</m:t>
                        </m:r>
                      </m:sub>
                    </m:sSub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</m:d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 :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𝑎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≤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≤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𝑏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 , 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𝑓</m:t>
                        </m:r>
                        <m:d>
                          <m:dPr>
                            <m:ctrlP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</m:e>
                        </m:d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≤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𝑦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≤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𝑔</m:t>
                        </m:r>
                        <m:d>
                          <m:dPr>
                            <m:ctrlP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  <a:sym typeface="Wingdings" panose="05000000000000000000" pitchFamily="2" charset="2"/>
                  </a:rPr>
                  <a:t> </a:t>
                </a:r>
                <a:r>
                  <a:rPr lang="es-AR" sz="30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  <a:sym typeface="Wingdings" panose="05000000000000000000" pitchFamily="2" charset="2"/>
                  </a:rPr>
                  <a:t>Cal1</a:t>
                </a:r>
                <a:endParaRPr lang="es-AR" sz="3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 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                               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𝑎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𝑑𝐴</m:t>
                          </m:r>
                        </m:e>
                      </m:nary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−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1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  <m:e>
                          <m:nary>
                            <m:nary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𝑥</m:t>
                                      </m:r>
                                      <m:r>
                                        <a:rPr lang="es-AR" sz="3000" b="0" i="1" smtClean="0">
                                          <a:solidFill>
                                            <a:schemeClr val="tx1">
                                              <a:lumMod val="95000"/>
                                              <a:lumOff val="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Aharoni" panose="02010803020104030203" pitchFamily="2" charset="-79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brk m:alnAt="23"/>
                                    </m:r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5−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𝑑𝑦𝑑𝑥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cs typeface="Aharoni" panose="02010803020104030203" pitchFamily="2" charset="-79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𝑎</m:t>
                    </m:r>
                    <m:d>
                      <m:dPr>
                        <m:ctrl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bPr>
                          <m:e>
                            <m:r>
                              <a:rPr lang="es-AR" sz="30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𝑅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nary>
                      <m:naryPr>
                        <m:ctrl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−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1</m:t>
                        </m:r>
                      </m:sub>
                      <m:sup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5−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−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AR" sz="30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dPr>
                              <m:e>
                                <m:r>
                                  <a:rPr lang="es-AR" sz="30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𝑥</m:t>
                                </m:r>
                                <m:r>
                                  <a:rPr lang="es-AR" sz="3000" b="0" i="1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𝑑𝑥</m:t>
                        </m:r>
                      </m:e>
                    </m:nary>
                  </m:oMath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004FDAC-C5E0-3A80-A558-1C4558DF0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65" y="237589"/>
                <a:ext cx="11546869" cy="5097934"/>
              </a:xfrm>
              <a:prstGeom prst="rect">
                <a:avLst/>
              </a:prstGeom>
              <a:blipFill>
                <a:blip r:embed="rId3"/>
                <a:stretch>
                  <a:fillRect t="-155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F9F9D6E9-2303-3B1D-BF51-28C94317C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739" y="2637421"/>
            <a:ext cx="2829320" cy="29531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7B7345E-F347-4667-EE99-D3BF2F617D1F}"/>
                  </a:ext>
                </a:extLst>
              </p:cNvPr>
              <p:cNvSpPr txBox="1"/>
              <p:nvPr/>
            </p:nvSpPr>
            <p:spPr>
              <a:xfrm>
                <a:off x="873838" y="2438590"/>
                <a:ext cx="4107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=5−</m:t>
                      </m:r>
                      <m:sSup>
                        <m:sSup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7B7345E-F347-4667-EE99-D3BF2F617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38" y="2438590"/>
                <a:ext cx="4107305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2333335-D143-63BD-9FFC-12DDA1D74379}"/>
                  </a:ext>
                </a:extLst>
              </p:cNvPr>
              <p:cNvSpPr txBox="1"/>
              <p:nvPr/>
            </p:nvSpPr>
            <p:spPr>
              <a:xfrm>
                <a:off x="-832543" y="4966191"/>
                <a:ext cx="4107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2333335-D143-63BD-9FFC-12DDA1D74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2543" y="4966191"/>
                <a:ext cx="4107305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2D9039E-ABBA-858C-561E-6B16F339AD76}"/>
                  </a:ext>
                </a:extLst>
              </p:cNvPr>
              <p:cNvSpPr txBox="1"/>
              <p:nvPr/>
            </p:nvSpPr>
            <p:spPr>
              <a:xfrm>
                <a:off x="384747" y="3929336"/>
                <a:ext cx="4107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2D9039E-ABBA-858C-561E-6B16F339A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47" y="3929336"/>
                <a:ext cx="41073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24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167B-7899-EC40-1952-4D5156D4C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171EE15-1474-EC58-5A82-8FFFCB84E73A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18508E1-C968-BDC9-651E-A77F29DF6AE5}"/>
                  </a:ext>
                </a:extLst>
              </p:cNvPr>
              <p:cNvSpPr txBox="1"/>
              <p:nvPr/>
            </p:nvSpPr>
            <p:spPr>
              <a:xfrm>
                <a:off x="260384" y="237589"/>
                <a:ext cx="11546869" cy="5102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REGIONES ELEMENTALES</a:t>
                </a: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-Cálculo de áreas mediante integrales dobles-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bPr>
                        <m:e>
                          <m:r>
                            <a:rPr lang="es-A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e>
                        <m:sub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b>
                      </m:sSub>
                      <m:r>
                        <a:rPr lang="es-AR" sz="30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∈</m:t>
                          </m:r>
                          <m:sSup>
                            <m:sSup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:</m:t>
                          </m:r>
                          <m:r>
                            <a:rPr lang="es-ES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𝑐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ES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ES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, 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𝛼</m:t>
                          </m:r>
                          <m:r>
                            <a:rPr lang="es-ES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(</m:t>
                          </m:r>
                          <m:r>
                            <a:rPr lang="es-ES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  <m:r>
                            <a:rPr lang="es-ES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)≤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≤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𝛽</m:t>
                          </m:r>
                          <m:d>
                            <m:d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                               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𝑎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b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𝑑𝐴</m:t>
                          </m:r>
                        </m:e>
                      </m:nary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−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1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m:rPr>
                                      <m:brk m:alnAt="23"/>
                                    </m:r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2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2−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𝑑𝑥𝑑𝑦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cs typeface="Aharoni" panose="02010803020104030203" pitchFamily="2" charset="-79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𝑎</m:t>
                    </m:r>
                    <m:d>
                      <m:dPr>
                        <m:ctrl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b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𝑅</m:t>
                            </m:r>
                          </m:e>
                          <m:sub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nary>
                      <m:naryPr>
                        <m:ctrl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−</m:t>
                        </m:r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1</m:t>
                        </m:r>
                      </m:sub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1</m:t>
                        </m:r>
                      </m:sup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2−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ES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−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𝑑𝑦</m:t>
                        </m:r>
                      </m:e>
                    </m:nary>
                  </m:oMath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18508E1-C968-BDC9-651E-A77F29DF6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84" y="237589"/>
                <a:ext cx="11546869" cy="5102038"/>
              </a:xfrm>
              <a:prstGeom prst="rect">
                <a:avLst/>
              </a:prstGeom>
              <a:blipFill>
                <a:blip r:embed="rId3"/>
                <a:stretch>
                  <a:fillRect t="-155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9F6117B1-643B-9ACB-FE6A-9068DFE09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61" y="2151585"/>
            <a:ext cx="3632461" cy="35555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365B77-8D02-24B1-AC61-47B8638C8B73}"/>
                  </a:ext>
                </a:extLst>
              </p:cNvPr>
              <p:cNvSpPr txBox="1"/>
              <p:nvPr/>
            </p:nvSpPr>
            <p:spPr>
              <a:xfrm>
                <a:off x="2211065" y="2592688"/>
                <a:ext cx="4107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365B77-8D02-24B1-AC61-47B8638C8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065" y="2592688"/>
                <a:ext cx="4107305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936EC47-F267-CC61-E714-4E6A56A0241C}"/>
                  </a:ext>
                </a:extLst>
              </p:cNvPr>
              <p:cNvSpPr txBox="1"/>
              <p:nvPr/>
            </p:nvSpPr>
            <p:spPr>
              <a:xfrm>
                <a:off x="-1078706" y="2711448"/>
                <a:ext cx="4107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=2−</m:t>
                      </m:r>
                      <m:sSup>
                        <m:sSup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936EC47-F267-CC61-E714-4E6A56A02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78706" y="2711448"/>
                <a:ext cx="4107305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25AB3B0-2C56-8D28-C235-0EC1C585AE66}"/>
                  </a:ext>
                </a:extLst>
              </p:cNvPr>
              <p:cNvSpPr txBox="1"/>
              <p:nvPr/>
            </p:nvSpPr>
            <p:spPr>
              <a:xfrm>
                <a:off x="294807" y="3549686"/>
                <a:ext cx="4107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25AB3B0-2C56-8D28-C235-0EC1C585A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07" y="3549686"/>
                <a:ext cx="41073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251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395A2-7BBA-69E5-99E2-36877B6F8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F2875C1-D554-1D6C-1208-68C0A60D7D9E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2E106F-8F81-5143-10DA-15C72CEA7950}"/>
              </a:ext>
            </a:extLst>
          </p:cNvPr>
          <p:cNvSpPr txBox="1"/>
          <p:nvPr/>
        </p:nvSpPr>
        <p:spPr>
          <a:xfrm>
            <a:off x="260384" y="237589"/>
            <a:ext cx="1154686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REGIONES ELEMENTALES</a:t>
            </a:r>
          </a:p>
          <a:p>
            <a:pPr algn="ctr"/>
            <a:r>
              <a:rPr lang="es-AR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-Cálculo de áreas mediante integrales dobles-</a:t>
            </a:r>
          </a:p>
          <a:p>
            <a:pPr algn="ctr"/>
            <a:r>
              <a:rPr lang="es-AR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Plantear el área de la región sombreada de 2 modos distintos y calcularla de la forma más conveniente</a:t>
            </a: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35E299-EADE-2DFA-42C7-138C7B24B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27" y="2330470"/>
            <a:ext cx="5087060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03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8118A-4A39-BBDB-5E0F-C1148BAE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5B367D-7C85-1342-D663-14FBBAC24C29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F11DD4C-FDF4-DF81-9805-26A7A577CE1E}"/>
                  </a:ext>
                </a:extLst>
              </p:cNvPr>
              <p:cNvSpPr txBox="1"/>
              <p:nvPr/>
            </p:nvSpPr>
            <p:spPr>
              <a:xfrm>
                <a:off x="265379" y="222599"/>
                <a:ext cx="11546869" cy="7010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TEOREMA DE CAMBIO DE VARIABLES</a:t>
                </a: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-Cálculo de áreas mediante integrales dobles-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Sea </a:t>
                </a:r>
                <a14:m>
                  <m:oMath xmlns:m="http://schemas.openxmlformats.org/officeDocument/2006/math">
                    <m:r>
                      <a:rPr lang="es-AR" sz="3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𝑇</m:t>
                    </m:r>
                    <m:r>
                      <a:rPr lang="es-AR" sz="3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sSup>
                      <m:sSupPr>
                        <m:ctrlP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𝐷</m:t>
                        </m:r>
                      </m:e>
                      <m:sup>
                        <m: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∗</m:t>
                        </m:r>
                      </m:sup>
                    </m:sSup>
                    <m:r>
                      <a:rPr lang="es-AR" sz="3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r>
                      <a:rPr lang="es-AR" sz="3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𝐷</m:t>
                    </m:r>
                    <m:r>
                      <a:rPr lang="es-AR" sz="3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 </m:t>
                    </m:r>
                    <m:r>
                      <a:rPr lang="es-AR" sz="3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𝑇</m:t>
                    </m:r>
                    <m:d>
                      <m:dPr>
                        <m:ctrlP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𝑢</m:t>
                        </m:r>
                        <m: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𝑣</m:t>
                        </m:r>
                      </m:e>
                    </m:d>
                    <m:r>
                      <a:rPr lang="es-AR" sz="3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d>
                      <m:dPr>
                        <m:ctrlP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bPr>
                          <m:e>
                            <m: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𝑓</m:t>
                            </m:r>
                          </m:e>
                          <m:sub>
                            <m: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𝑢</m:t>
                            </m:r>
                            <m: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𝑣</m:t>
                            </m:r>
                          </m:e>
                        </m:d>
                        <m:r>
                          <a:rPr lang="es-AR" sz="32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sSub>
                          <m:sSubPr>
                            <m:ctrlP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bPr>
                          <m:e>
                            <m: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𝑓</m:t>
                            </m:r>
                          </m:e>
                          <m:sub>
                            <m: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𝑢</m:t>
                            </m:r>
                            <m: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200" i="1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𝑣</m:t>
                            </m:r>
                          </m:e>
                        </m:d>
                      </m:e>
                    </m:d>
                  </m:oMath>
                </a14:m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, </a:t>
                </a:r>
              </a:p>
              <a:p>
                <a:pPr algn="ctr"/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𝑦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𝑠𝑒𝑎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,   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𝐹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:</m:t>
                      </m:r>
                      <m:sSup>
                        <m:sSupPr>
                          <m:ctrlP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𝑅</m:t>
                          </m:r>
                        </m:e>
                        <m:sup>
                          <m: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→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𝑅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𝑐𝑎𝑚𝑝𝑜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𝑒𝑠𝑐𝑎𝑙𝑎𝑟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𝐶</m:t>
                      </m:r>
                      <m:r>
                        <a:rPr lang="es-AR" sz="3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1 </m:t>
                      </m:r>
                    </m:oMath>
                  </m:oMathPara>
                </a14:m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ctrlP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𝐷</m:t>
                          </m:r>
                        </m:sub>
                        <m:sup>
                          <m:r>
                            <a:rPr lang="es-AR" sz="3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</m:e>
                      </m:nary>
                      <m:r>
                        <a:rPr lang="es-AR" sz="3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 </m:t>
                      </m:r>
                      <m:nary>
                        <m:naryPr>
                          <m:chr m:val="∬"/>
                          <m:ctrlP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s-AR" sz="3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23"/>
                                </m:rPr>
                                <a:rPr lang="es-AR" sz="3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𝐷</m:t>
                              </m:r>
                            </m:e>
                            <m:sup>
                              <m:r>
                                <m:rPr>
                                  <m:brk m:alnAt="23"/>
                                </m:rPr>
                                <a:rPr lang="es-AR" sz="3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∗</m:t>
                              </m:r>
                            </m:sup>
                          </m:sSup>
                        </m:sub>
                        <m:sup>
                          <m:r>
                            <a:rPr lang="es-AR" sz="3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s-AR" sz="3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  <m:r>
                                <a:rPr lang="es-AR" sz="3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∘</m:t>
                              </m:r>
                              <m:r>
                                <a:rPr lang="es-AR" sz="32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𝑇</m:t>
                              </m:r>
                            </m:e>
                          </m:d>
                          <m: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⋅|</m:t>
                          </m:r>
                          <m: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𝐽𝑇</m:t>
                          </m:r>
                          <m: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| </m:t>
                          </m:r>
                          <m: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</m:e>
                      </m:nary>
                      <m:r>
                        <a:rPr lang="es-AR" sz="3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, </m:t>
                      </m:r>
                      <m:r>
                        <m:rPr>
                          <m:sty m:val="p"/>
                        </m:rPr>
                        <a:rPr lang="es-AR" sz="3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con</m:t>
                      </m:r>
                      <m:r>
                        <a:rPr lang="es-AR" sz="3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es-AR" sz="3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JT</m:t>
                      </m:r>
                      <m:r>
                        <a:rPr lang="es-AR" sz="3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|=|</m:t>
                      </m:r>
                      <m:r>
                        <m:rPr>
                          <m:sty m:val="p"/>
                        </m:rPr>
                        <a:rPr lang="es-AR" sz="3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det</m:t>
                      </m:r>
                      <m:d>
                        <m:dPr>
                          <m:ctrlPr>
                            <a:rPr lang="es-AR" sz="3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AR" sz="32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JT</m:t>
                          </m:r>
                        </m:e>
                      </m:d>
                      <m:r>
                        <a:rPr lang="es-AR" sz="32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|</m:t>
                      </m:r>
                    </m:oMath>
                  </m:oMathPara>
                </a14:m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25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El modulo del determinante de JT es justamente el factor de corrección </a:t>
                </a:r>
              </a:p>
              <a:p>
                <a:pPr algn="ctr"/>
                <a:endParaRPr lang="es-AR" sz="25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25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al pasar del área de D al área de D*</a:t>
                </a:r>
              </a:p>
              <a:p>
                <a:pPr algn="ctr"/>
                <a:endParaRPr lang="es-AR" sz="25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F11DD4C-FDF4-DF81-9805-26A7A577C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9" y="222599"/>
                <a:ext cx="11546869" cy="7010445"/>
              </a:xfrm>
              <a:prstGeom prst="rect">
                <a:avLst/>
              </a:prstGeom>
              <a:blipFill>
                <a:blip r:embed="rId3"/>
                <a:stretch>
                  <a:fillRect t="-113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277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E13F0-9F90-A06B-9C97-A2EA3E7AE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23388F1-F5EE-2440-9D51-486487E8D53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4521DCE-B48A-8579-6D4F-DC2C3FAB56ED}"/>
                  </a:ext>
                </a:extLst>
              </p:cNvPr>
              <p:cNvSpPr txBox="1"/>
              <p:nvPr/>
            </p:nvSpPr>
            <p:spPr>
              <a:xfrm>
                <a:off x="265379" y="222599"/>
                <a:ext cx="11546869" cy="3900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TEOREMA DE CAMBIO DE VARIABLES</a:t>
                </a: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-Cálculo de áreas mediante integrales dobles-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cs typeface="Aharoni" panose="02010803020104030203" pitchFamily="2" charset="-79"/>
                  </a:rPr>
                  <a:t>                                      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𝑅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,</m:t>
                            </m:r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</m:d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∈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𝑅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 :1≤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+</m:t>
                        </m:r>
                        <m:sSup>
                          <m:sSupPr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  <m:sup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≤4</m:t>
                        </m:r>
                      </m:e>
                    </m:d>
                  </m:oMath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                                               </m:t>
                      </m:r>
                      <m:nary>
                        <m:naryPr>
                          <m:chr m:val="∬"/>
                          <m:ctrl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23"/>
                                </m:r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∗</m:t>
                              </m:r>
                            </m:sup>
                          </m:sSup>
                        </m:sub>
                        <m:sup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𝑟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  <m:sSup>
                            <m:sSup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∗</m:t>
                              </m:r>
                            </m:sup>
                          </m:sSup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nary>
                            <m:nary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  <m:e>
                              <m:nary>
                                <m:naryPr>
                                  <m:ctrlP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2</m:t>
                                  </m:r>
                                  <m: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𝜋</m:t>
                                  </m:r>
                                </m:sup>
                                <m:e>
                                  <m: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𝑟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  <m:r>
                        <m:rPr>
                          <m:sty m:val="p"/>
                        </m:rPr>
                        <a:rPr lang="es-AR" sz="30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d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𝜃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𝑑𝑟</m:t>
                      </m:r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4521DCE-B48A-8579-6D4F-DC2C3FAB5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9" y="222599"/>
                <a:ext cx="11546869" cy="3900298"/>
              </a:xfrm>
              <a:prstGeom prst="rect">
                <a:avLst/>
              </a:prstGeom>
              <a:blipFill>
                <a:blip r:embed="rId3"/>
                <a:stretch>
                  <a:fillRect t="-203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9E6367C7-7BB8-E206-415F-D64E173AE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78" y="1602688"/>
            <a:ext cx="3824048" cy="365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0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78BB4-A1E2-2344-0102-5686DAB9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A568A1B-0802-3B4A-22D8-FC31A3DE88E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2E75B0-64AD-D22E-1D30-A46A68A0742A}"/>
              </a:ext>
            </a:extLst>
          </p:cNvPr>
          <p:cNvSpPr txBox="1"/>
          <p:nvPr/>
        </p:nvSpPr>
        <p:spPr>
          <a:xfrm>
            <a:off x="265379" y="222599"/>
            <a:ext cx="11546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TEOREMA DE CAMBIO DE VARIABLES</a:t>
            </a:r>
          </a:p>
          <a:p>
            <a:pPr algn="ctr"/>
            <a:r>
              <a:rPr lang="es-AR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-Cálculo de áreas mediante integrales dobles-</a:t>
            </a: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8CD30B-EB8F-9FD9-D9C1-32BFEFA1A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52" y="1484065"/>
            <a:ext cx="10032344" cy="95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51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3692-416D-1304-47FF-0F1A90AF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5748C02-08CE-F9D0-0103-B929A6030522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72B1C62-E57D-4C38-7A9D-B4EB454D890B}"/>
                  </a:ext>
                </a:extLst>
              </p:cNvPr>
              <p:cNvSpPr txBox="1"/>
              <p:nvPr/>
            </p:nvSpPr>
            <p:spPr>
              <a:xfrm>
                <a:off x="265379" y="222599"/>
                <a:ext cx="11546869" cy="7825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TEOREMA DE GREEN </a:t>
                </a: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-Cálculo de áreas: relación con integrales de línea-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Sea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𝐹</m:t>
                        </m:r>
                      </m:e>
                    </m:acc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𝐷</m:t>
                    </m:r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𝐷</m:t>
                    </m:r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0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sSup>
                      <m:sSupPr>
                        <m:ctrl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con D simplemente conexo 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𝐹</m:t>
                        </m:r>
                      </m:e>
                    </m:acc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de clase C1 en </a:t>
                </a:r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D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Si definimos </a:t>
                </a:r>
                <a:r>
                  <a:rPr lang="es-AR" sz="3000" b="1" dirty="0">
                    <a:solidFill>
                      <a:srgbClr val="FF0000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a la curva borde incluida en D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, </a:t>
                </a:r>
                <a:r>
                  <a:rPr lang="es-AR" sz="3000" dirty="0">
                    <a:solidFill>
                      <a:srgbClr val="FF0000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cerrada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, entonces: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ctrl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15"/>
                            </m:r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𝐷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f>
                            <m:f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fPr>
                            <m:num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𝜕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𝜕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</m:den>
                          </m:f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−</m:t>
                          </m:r>
                          <m:f>
                            <m:f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fPr>
                            <m:num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𝜕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𝜕</m:t>
                              </m:r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den>
                          </m:f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𝑑𝐴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 </m:t>
                          </m:r>
                          <m:nary>
                            <m:naryPr>
                              <m:chr m:val="∮"/>
                              <m:limLoc m:val="undOvr"/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+</m:t>
                                  </m:r>
                                </m:sup>
                              </m:sSup>
                            </m:sub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 </m:t>
                              </m:r>
                            </m:sup>
                            <m:e>
                              <m:acc>
                                <m:accPr>
                                  <m:chr m:val="⃗"/>
                                  <m:ctrlP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accPr>
                                <m:e>
                                  <m:r>
                                    <a:rPr lang="es-AR" sz="30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𝐹</m:t>
                                  </m:r>
                                </m:e>
                              </m:acc>
                              <m:r>
                                <a:rPr lang="es-AR" sz="3000" b="1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⋅</m:t>
                              </m:r>
                              <m:r>
                                <a:rPr lang="es-AR" sz="3000" b="1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𝒅</m:t>
                              </m:r>
                              <m:acc>
                                <m:accPr>
                                  <m:chr m:val="⃗"/>
                                  <m:ctrlPr>
                                    <a:rPr lang="es-AR" sz="3000" b="1" i="1" dirty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accPr>
                                <m:e>
                                  <m:r>
                                    <a:rPr lang="es-AR" sz="3000" b="1" i="1" dirty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𝒔</m:t>
                                  </m:r>
                                </m:e>
                              </m:acc>
                            </m:e>
                          </m:nary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25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Al estar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25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25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25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AR" sz="25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se define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25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25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𝐶</m:t>
                        </m:r>
                      </m:e>
                      <m:sup>
                        <m:r>
                          <a:rPr lang="es-AR" sz="25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+</m:t>
                        </m:r>
                      </m:sup>
                    </m:sSup>
                  </m:oMath>
                </a14:m>
                <a:r>
                  <a:rPr lang="es-AR" sz="25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a la curva </a:t>
                </a:r>
                <a:r>
                  <a:rPr lang="es-AR" sz="2500" dirty="0">
                    <a:solidFill>
                      <a:srgbClr val="FF0000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 cerrada </a:t>
                </a:r>
                <a:r>
                  <a:rPr lang="es-AR" sz="25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que es recorrida </a:t>
                </a:r>
              </a:p>
              <a:p>
                <a:pPr algn="ctr"/>
                <a:endParaRPr lang="es-AR" sz="25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25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en sentido </a:t>
                </a:r>
                <a:r>
                  <a:rPr lang="es-AR" sz="2500" dirty="0" err="1">
                    <a:latin typeface="Arial Nova" panose="020B0504020202020204" pitchFamily="34" charset="0"/>
                    <a:cs typeface="Aharoni" panose="02010803020104030203" pitchFamily="2" charset="-79"/>
                  </a:rPr>
                  <a:t>anti-horario</a:t>
                </a:r>
                <a:r>
                  <a:rPr lang="es-AR" sz="25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72B1C62-E57D-4C38-7A9D-B4EB454D8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9" y="222599"/>
                <a:ext cx="11546869" cy="7825732"/>
              </a:xfrm>
              <a:prstGeom prst="rect">
                <a:avLst/>
              </a:prstGeom>
              <a:blipFill>
                <a:blip r:embed="rId3"/>
                <a:stretch>
                  <a:fillRect l="-581" t="-1013" r="-52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542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C3FD-D7E9-BB36-9A4C-A2D252009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0B49A1-7682-6E86-1F46-B21ADF3978C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E2B115-348F-F659-8FC5-CAADC2977CE0}"/>
              </a:ext>
            </a:extLst>
          </p:cNvPr>
          <p:cNvSpPr txBox="1"/>
          <p:nvPr/>
        </p:nvSpPr>
        <p:spPr>
          <a:xfrm>
            <a:off x="265379" y="222599"/>
            <a:ext cx="115468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EJEMPLO: </a:t>
            </a:r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CD6B9C2-4343-B5D8-5B8F-FDC220168CCD}"/>
                  </a:ext>
                </a:extLst>
              </p:cNvPr>
              <p:cNvSpPr txBox="1"/>
              <p:nvPr/>
            </p:nvSpPr>
            <p:spPr>
              <a:xfrm>
                <a:off x="599606" y="464695"/>
                <a:ext cx="10358203" cy="2270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/>
                  <a:t>Calcular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es-AR" sz="3000" dirty="0"/>
              </a:p>
              <a:p>
                <a:r>
                  <a:rPr lang="es-AR" sz="2500" dirty="0"/>
                  <a:t>Sobre la semicircunferencia inferior de centro (0,0) y radio 1, en sentido </a:t>
                </a:r>
                <a:r>
                  <a:rPr lang="es-AR" sz="2500" dirty="0" err="1"/>
                  <a:t>anti-horario</a:t>
                </a:r>
                <a:r>
                  <a:rPr lang="es-AR" sz="2500" dirty="0"/>
                  <a:t>.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0CD6B9C2-4343-B5D8-5B8F-FDC220168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6" y="464695"/>
                <a:ext cx="10358203" cy="2270493"/>
              </a:xfrm>
              <a:prstGeom prst="rect">
                <a:avLst/>
              </a:prstGeom>
              <a:blipFill>
                <a:blip r:embed="rId3"/>
                <a:stretch>
                  <a:fillRect l="-1353" t="-3217" b="-536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1369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EC081-262C-53F2-9852-95D379B5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CE22308-A1EE-00C5-67D2-B8EF4F65E74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B415E50-0662-7AAE-DABE-D4637CA7B34D}"/>
                  </a:ext>
                </a:extLst>
              </p:cNvPr>
              <p:cNvSpPr txBox="1"/>
              <p:nvPr/>
            </p:nvSpPr>
            <p:spPr>
              <a:xfrm>
                <a:off x="265379" y="222599"/>
                <a:ext cx="11546869" cy="4333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VOLUMEN DE SÓLIDOS entre dos superficies gráficas de C.E 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𝑉𝑜𝑙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𝑀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𝑀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𝑑𝑉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nary>
                            <m:naryPr>
                              <m:limLoc m:val="undOvr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(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𝐺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(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,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)</m:t>
                              </m:r>
                            </m:sup>
                            <m:e>
                              <m:nary>
                                <m:naryPr>
                                  <m:chr m:val="∬"/>
                                  <m:limLoc m:val="undOvr"/>
                                  <m:ctrl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𝑅</m:t>
                                  </m:r>
                                </m:sub>
                                <m:sup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 </m:t>
                                  </m:r>
                                </m:sup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𝑑𝑉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𝑆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1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𝑔𝑟𝑎𝑓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𝐹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,   </m:t>
                    </m:r>
                    <m:sSub>
                      <m:sSub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𝑆</m:t>
                        </m:r>
                      </m:e>
                      <m:sub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b>
                    </m:sSub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𝑔𝑟𝑎𝑓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(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𝐺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)</m:t>
                    </m:r>
                  </m:oMath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B415E50-0662-7AAE-DABE-D4637CA7B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9" y="222599"/>
                <a:ext cx="11546869" cy="4333238"/>
              </a:xfrm>
              <a:prstGeom prst="rect">
                <a:avLst/>
              </a:prstGeom>
              <a:blipFill>
                <a:blip r:embed="rId3"/>
                <a:stretch>
                  <a:fillRect t="-1831" r="-1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7259A0E7-16E8-49B2-2A9A-F568FF4B2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379" y="3620537"/>
            <a:ext cx="3486637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57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7DB1-20F9-1B80-0F66-EE0E050B2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CA7E6A3-10CD-3D37-04A7-F2CF4068B7C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72317B3-097E-57F3-7163-F1EE51A0A358}"/>
              </a:ext>
            </a:extLst>
          </p:cNvPr>
          <p:cNvSpPr txBox="1"/>
          <p:nvPr/>
        </p:nvSpPr>
        <p:spPr>
          <a:xfrm>
            <a:off x="265379" y="222599"/>
            <a:ext cx="115468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EJEMPLO 1: </a:t>
            </a:r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EC18D5-5BF0-2B5B-B3E9-50D3FA682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79" y="643435"/>
            <a:ext cx="8432515" cy="182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19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6A866-FE0D-4116-C216-73D366AF6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B58D814-836E-F591-B184-64A3BF4ABED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903FFBB-A9AE-3407-7625-3F4F3A91D8C9}"/>
                  </a:ext>
                </a:extLst>
              </p:cNvPr>
              <p:cNvSpPr txBox="1"/>
              <p:nvPr/>
            </p:nvSpPr>
            <p:spPr>
              <a:xfrm>
                <a:off x="265379" y="222599"/>
                <a:ext cx="11546869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EJEMPLO 2: </a:t>
                </a: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Calcular el volumen del sólido dentro de la esfera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𝑧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=4</m:t>
                      </m:r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Que queda </a:t>
                </a:r>
                <a:r>
                  <a:rPr lang="es-AR" sz="3000" dirty="0">
                    <a:solidFill>
                      <a:srgbClr val="FF0000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debajo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del </a:t>
                </a:r>
                <a:r>
                  <a:rPr lang="es-AR" sz="3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semi-cono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superior de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𝑧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903FFBB-A9AE-3407-7625-3F4F3A91D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9" y="222599"/>
                <a:ext cx="11546869" cy="2862322"/>
              </a:xfrm>
              <a:prstGeom prst="rect">
                <a:avLst/>
              </a:prstGeom>
              <a:blipFill>
                <a:blip r:embed="rId3"/>
                <a:stretch>
                  <a:fillRect t="-277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414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8A6CF-32A0-6977-69A6-0F2D8EDC8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30396C4-4533-20C2-F0FA-072F23294D97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8A2E782-6033-6434-4B03-A9BEAFCADC53}"/>
                  </a:ext>
                </a:extLst>
              </p:cNvPr>
              <p:cNvSpPr txBox="1"/>
              <p:nvPr/>
            </p:nvSpPr>
            <p:spPr>
              <a:xfrm>
                <a:off x="265379" y="222599"/>
                <a:ext cx="11546869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EJEMPLO 3: </a:t>
                </a: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Calcular el volumen del sólido dentro de la esfera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𝑧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=4</m:t>
                      </m:r>
                    </m:oMath>
                  </m:oMathPara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Que queda </a:t>
                </a:r>
                <a:r>
                  <a:rPr lang="es-AR" sz="3000" dirty="0">
                    <a:solidFill>
                      <a:srgbClr val="FF0000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encima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del </a:t>
                </a:r>
                <a:r>
                  <a:rPr lang="es-AR" sz="30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semi-cono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superior de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𝑧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𝑥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+</m:t>
                      </m:r>
                      <m:sSup>
                        <m:sSup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𝑦</m:t>
                          </m:r>
                        </m:e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8A2E782-6033-6434-4B03-A9BEAFCAD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9" y="222599"/>
                <a:ext cx="11546869" cy="2862322"/>
              </a:xfrm>
              <a:prstGeom prst="rect">
                <a:avLst/>
              </a:prstGeom>
              <a:blipFill>
                <a:blip r:embed="rId3"/>
                <a:stretch>
                  <a:fillRect t="-277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29361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E64E4AB930084299D6310910972BCF" ma:contentTypeVersion="4" ma:contentTypeDescription="Crear nuevo documento." ma:contentTypeScope="" ma:versionID="7c36414d06d47e3d3167f4c0d79ad96d">
  <xsd:schema xmlns:xsd="http://www.w3.org/2001/XMLSchema" xmlns:xs="http://www.w3.org/2001/XMLSchema" xmlns:p="http://schemas.microsoft.com/office/2006/metadata/properties" xmlns:ns2="e6951571-1f5f-46db-aa42-ecf55515a371" targetNamespace="http://schemas.microsoft.com/office/2006/metadata/properties" ma:root="true" ma:fieldsID="fc5064cac5e842f271555dd857a006a0" ns2:_="">
    <xsd:import namespace="e6951571-1f5f-46db-aa42-ecf55515a3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951571-1f5f-46db-aa42-ecf55515a3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2F6716-A6E0-4B2A-997D-41C181EA7E83}"/>
</file>

<file path=customXml/itemProps2.xml><?xml version="1.0" encoding="utf-8"?>
<ds:datastoreItem xmlns:ds="http://schemas.openxmlformats.org/officeDocument/2006/customXml" ds:itemID="{BA882B94-2A46-45D5-A61C-93DEC39007C0}"/>
</file>

<file path=customXml/itemProps3.xml><?xml version="1.0" encoding="utf-8"?>
<ds:datastoreItem xmlns:ds="http://schemas.openxmlformats.org/officeDocument/2006/customXml" ds:itemID="{CCE45A9B-B29D-4377-B5F6-EE0E00782740}"/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1204</Words>
  <Application>Microsoft Office PowerPoint</Application>
  <PresentationFormat>Panorámica</PresentationFormat>
  <Paragraphs>247</Paragraphs>
  <Slides>29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7" baseType="lpstr">
      <vt:lpstr>Aharoni</vt:lpstr>
      <vt:lpstr>Aptos</vt:lpstr>
      <vt:lpstr>Aptos Display</vt:lpstr>
      <vt:lpstr>Arial</vt:lpstr>
      <vt:lpstr>Arial Nova</vt:lpstr>
      <vt:lpstr>Berlin Sans FB Demi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FAGES LUCIANO RODOLFO</dc:creator>
  <cp:lastModifiedBy>FAGES LUCIANO RODOLFO</cp:lastModifiedBy>
  <cp:revision>2</cp:revision>
  <dcterms:created xsi:type="dcterms:W3CDTF">2025-05-19T00:08:26Z</dcterms:created>
  <dcterms:modified xsi:type="dcterms:W3CDTF">2025-05-29T04:53:49Z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0x01010032E64E4AB930084299D6310910972BCF</vt:lpwstr>
  </property>
</Properties>
</file>