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4" r:id="rId2"/>
    <p:sldId id="413" r:id="rId3"/>
    <p:sldId id="339" r:id="rId4"/>
    <p:sldId id="415" r:id="rId5"/>
    <p:sldId id="416" r:id="rId6"/>
    <p:sldId id="417" r:id="rId7"/>
    <p:sldId id="418" r:id="rId8"/>
    <p:sldId id="419" r:id="rId9"/>
    <p:sldId id="420" r:id="rId10"/>
    <p:sldId id="422" r:id="rId11"/>
    <p:sldId id="425" r:id="rId12"/>
    <p:sldId id="426" r:id="rId13"/>
    <p:sldId id="423" r:id="rId14"/>
    <p:sldId id="421" r:id="rId15"/>
    <p:sldId id="424" r:id="rId16"/>
    <p:sldId id="427" r:id="rId17"/>
    <p:sldId id="431" r:id="rId18"/>
    <p:sldId id="429" r:id="rId19"/>
    <p:sldId id="428" r:id="rId20"/>
    <p:sldId id="430" r:id="rId21"/>
    <p:sldId id="432" r:id="rId22"/>
    <p:sldId id="434" r:id="rId23"/>
    <p:sldId id="433" r:id="rId2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339B5-F7F7-4607-816D-94BEAC5A6F34}" v="1814" dt="2025-05-12T00:20:30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GES LUCIANO RODOLFO" userId="224ab6d9-70b5-4e2a-bfb3-d436487689cf" providerId="ADAL" clId="{AEF339B5-F7F7-4607-816D-94BEAC5A6F34}"/>
    <pc:docChg chg="undo custSel addSld delSld modSld sldOrd">
      <pc:chgData name="FAGES LUCIANO RODOLFO" userId="224ab6d9-70b5-4e2a-bfb3-d436487689cf" providerId="ADAL" clId="{AEF339B5-F7F7-4607-816D-94BEAC5A6F34}" dt="2025-05-12T00:21:10.804" v="2521" actId="20577"/>
      <pc:docMkLst>
        <pc:docMk/>
      </pc:docMkLst>
      <pc:sldChg chg="modSp">
        <pc:chgData name="FAGES LUCIANO RODOLFO" userId="224ab6d9-70b5-4e2a-bfb3-d436487689cf" providerId="ADAL" clId="{AEF339B5-F7F7-4607-816D-94BEAC5A6F34}" dt="2025-05-12T00:12:49.174" v="2027" actId="20577"/>
        <pc:sldMkLst>
          <pc:docMk/>
          <pc:sldMk cId="3911061868" sldId="417"/>
        </pc:sldMkLst>
        <pc:spChg chg="mod">
          <ac:chgData name="FAGES LUCIANO RODOLFO" userId="224ab6d9-70b5-4e2a-bfb3-d436487689cf" providerId="ADAL" clId="{AEF339B5-F7F7-4607-816D-94BEAC5A6F34}" dt="2025-05-12T00:12:49.174" v="2027" actId="20577"/>
          <ac:spMkLst>
            <pc:docMk/>
            <pc:sldMk cId="3911061868" sldId="417"/>
            <ac:spMk id="3" creationId="{29B4D05F-6A30-DEAF-210D-8B839B4EE759}"/>
          </ac:spMkLst>
        </pc:spChg>
      </pc:sldChg>
      <pc:sldChg chg="add del">
        <pc:chgData name="FAGES LUCIANO RODOLFO" userId="224ab6d9-70b5-4e2a-bfb3-d436487689cf" providerId="ADAL" clId="{AEF339B5-F7F7-4607-816D-94BEAC5A6F34}" dt="2025-05-05T00:16:57.709" v="14" actId="47"/>
        <pc:sldMkLst>
          <pc:docMk/>
          <pc:sldMk cId="111279735" sldId="418"/>
        </pc:sldMkLst>
      </pc:sldChg>
      <pc:sldChg chg="new add del">
        <pc:chgData name="FAGES LUCIANO RODOLFO" userId="224ab6d9-70b5-4e2a-bfb3-d436487689cf" providerId="ADAL" clId="{AEF339B5-F7F7-4607-816D-94BEAC5A6F34}" dt="2025-05-05T00:16:57.696" v="13" actId="680"/>
        <pc:sldMkLst>
          <pc:docMk/>
          <pc:sldMk cId="447693716" sldId="418"/>
        </pc:sldMkLst>
      </pc:sldChg>
      <pc:sldChg chg="add del">
        <pc:chgData name="FAGES LUCIANO RODOLFO" userId="224ab6d9-70b5-4e2a-bfb3-d436487689cf" providerId="ADAL" clId="{AEF339B5-F7F7-4607-816D-94BEAC5A6F34}" dt="2025-05-05T00:16:57.736" v="15" actId="47"/>
        <pc:sldMkLst>
          <pc:docMk/>
          <pc:sldMk cId="3886864604" sldId="419"/>
        </pc:sldMkLst>
      </pc:sldChg>
      <pc:sldChg chg="add del">
        <pc:chgData name="FAGES LUCIANO RODOLFO" userId="224ab6d9-70b5-4e2a-bfb3-d436487689cf" providerId="ADAL" clId="{AEF339B5-F7F7-4607-816D-94BEAC5A6F34}" dt="2025-05-05T00:16:57.752" v="16" actId="47"/>
        <pc:sldMkLst>
          <pc:docMk/>
          <pc:sldMk cId="94705550" sldId="420"/>
        </pc:sldMkLst>
      </pc:sldChg>
      <pc:sldChg chg="modSp add del mod">
        <pc:chgData name="FAGES LUCIANO RODOLFO" userId="224ab6d9-70b5-4e2a-bfb3-d436487689cf" providerId="ADAL" clId="{AEF339B5-F7F7-4607-816D-94BEAC5A6F34}" dt="2025-05-12T00:15:06.086" v="2140" actId="20577"/>
        <pc:sldMkLst>
          <pc:docMk/>
          <pc:sldMk cId="570884354" sldId="421"/>
        </pc:sldMkLst>
        <pc:spChg chg="mod">
          <ac:chgData name="FAGES LUCIANO RODOLFO" userId="224ab6d9-70b5-4e2a-bfb3-d436487689cf" providerId="ADAL" clId="{AEF339B5-F7F7-4607-816D-94BEAC5A6F34}" dt="2025-05-12T00:15:06.086" v="2140" actId="20577"/>
          <ac:spMkLst>
            <pc:docMk/>
            <pc:sldMk cId="570884354" sldId="421"/>
            <ac:spMk id="3" creationId="{C76C29FC-A78F-A853-F89D-19EBFB18762E}"/>
          </ac:spMkLst>
        </pc:spChg>
      </pc:sldChg>
      <pc:sldChg chg="add del">
        <pc:chgData name="FAGES LUCIANO RODOLFO" userId="224ab6d9-70b5-4e2a-bfb3-d436487689cf" providerId="ADAL" clId="{AEF339B5-F7F7-4607-816D-94BEAC5A6F34}" dt="2025-05-05T00:16:57.798" v="17" actId="47"/>
        <pc:sldMkLst>
          <pc:docMk/>
          <pc:sldMk cId="2313355295" sldId="422"/>
        </pc:sldMkLst>
      </pc:sldChg>
      <pc:sldChg chg="add del">
        <pc:chgData name="FAGES LUCIANO RODOLFO" userId="224ab6d9-70b5-4e2a-bfb3-d436487689cf" providerId="ADAL" clId="{AEF339B5-F7F7-4607-816D-94BEAC5A6F34}" dt="2025-05-05T00:16:58.051" v="22" actId="47"/>
        <pc:sldMkLst>
          <pc:docMk/>
          <pc:sldMk cId="658596030" sldId="423"/>
        </pc:sldMkLst>
      </pc:sldChg>
      <pc:sldChg chg="add del">
        <pc:chgData name="FAGES LUCIANO RODOLFO" userId="224ab6d9-70b5-4e2a-bfb3-d436487689cf" providerId="ADAL" clId="{AEF339B5-F7F7-4607-816D-94BEAC5A6F34}" dt="2025-05-05T00:16:57.956" v="20" actId="47"/>
        <pc:sldMkLst>
          <pc:docMk/>
          <pc:sldMk cId="2419362225" sldId="424"/>
        </pc:sldMkLst>
      </pc:sldChg>
      <pc:sldChg chg="add del">
        <pc:chgData name="FAGES LUCIANO RODOLFO" userId="224ab6d9-70b5-4e2a-bfb3-d436487689cf" providerId="ADAL" clId="{AEF339B5-F7F7-4607-816D-94BEAC5A6F34}" dt="2025-05-05T00:16:57.869" v="18" actId="47"/>
        <pc:sldMkLst>
          <pc:docMk/>
          <pc:sldMk cId="936363631" sldId="425"/>
        </pc:sldMkLst>
      </pc:sldChg>
      <pc:sldChg chg="modSp add del">
        <pc:chgData name="FAGES LUCIANO RODOLFO" userId="224ab6d9-70b5-4e2a-bfb3-d436487689cf" providerId="ADAL" clId="{AEF339B5-F7F7-4607-816D-94BEAC5A6F34}" dt="2025-05-12T00:13:15.196" v="2030" actId="20577"/>
        <pc:sldMkLst>
          <pc:docMk/>
          <pc:sldMk cId="2950140383" sldId="426"/>
        </pc:sldMkLst>
        <pc:spChg chg="mod">
          <ac:chgData name="FAGES LUCIANO RODOLFO" userId="224ab6d9-70b5-4e2a-bfb3-d436487689cf" providerId="ADAL" clId="{AEF339B5-F7F7-4607-816D-94BEAC5A6F34}" dt="2025-05-12T00:13:15.196" v="2030" actId="20577"/>
          <ac:spMkLst>
            <pc:docMk/>
            <pc:sldMk cId="2950140383" sldId="426"/>
            <ac:spMk id="3" creationId="{5F48514A-D8CE-1B64-CF34-65D322887142}"/>
          </ac:spMkLst>
        </pc:spChg>
      </pc:sldChg>
      <pc:sldChg chg="add del">
        <pc:chgData name="FAGES LUCIANO RODOLFO" userId="224ab6d9-70b5-4e2a-bfb3-d436487689cf" providerId="ADAL" clId="{AEF339B5-F7F7-4607-816D-94BEAC5A6F34}" dt="2025-05-05T00:16:57.946" v="19" actId="47"/>
        <pc:sldMkLst>
          <pc:docMk/>
          <pc:sldMk cId="2684741619" sldId="427"/>
        </pc:sldMkLst>
      </pc:sldChg>
      <pc:sldChg chg="modSp add mod ord">
        <pc:chgData name="FAGES LUCIANO RODOLFO" userId="224ab6d9-70b5-4e2a-bfb3-d436487689cf" providerId="ADAL" clId="{AEF339B5-F7F7-4607-816D-94BEAC5A6F34}" dt="2025-05-05T01:07:18.477" v="1358" actId="20577"/>
        <pc:sldMkLst>
          <pc:docMk/>
          <pc:sldMk cId="1478134735" sldId="428"/>
        </pc:sldMkLst>
        <pc:spChg chg="mod">
          <ac:chgData name="FAGES LUCIANO RODOLFO" userId="224ab6d9-70b5-4e2a-bfb3-d436487689cf" providerId="ADAL" clId="{AEF339B5-F7F7-4607-816D-94BEAC5A6F34}" dt="2025-05-05T01:07:18.477" v="1358" actId="20577"/>
          <ac:spMkLst>
            <pc:docMk/>
            <pc:sldMk cId="1478134735" sldId="428"/>
            <ac:spMk id="3" creationId="{2B357518-E9EA-BC0F-231B-4C3AD8F7DC8F}"/>
          </ac:spMkLst>
        </pc:spChg>
      </pc:sldChg>
      <pc:sldChg chg="addSp modSp add mod">
        <pc:chgData name="FAGES LUCIANO RODOLFO" userId="224ab6d9-70b5-4e2a-bfb3-d436487689cf" providerId="ADAL" clId="{AEF339B5-F7F7-4607-816D-94BEAC5A6F34}" dt="2025-05-05T00:57:05.656" v="752" actId="1076"/>
        <pc:sldMkLst>
          <pc:docMk/>
          <pc:sldMk cId="824978482" sldId="429"/>
        </pc:sldMkLst>
        <pc:spChg chg="mod">
          <ac:chgData name="FAGES LUCIANO RODOLFO" userId="224ab6d9-70b5-4e2a-bfb3-d436487689cf" providerId="ADAL" clId="{AEF339B5-F7F7-4607-816D-94BEAC5A6F34}" dt="2025-05-05T00:56:56.759" v="749" actId="20577"/>
          <ac:spMkLst>
            <pc:docMk/>
            <pc:sldMk cId="824978482" sldId="429"/>
            <ac:spMk id="3" creationId="{48AA6A6B-18FB-6BB8-0A1B-56D9E4FAD550}"/>
          </ac:spMkLst>
        </pc:spChg>
        <pc:picChg chg="add mod">
          <ac:chgData name="FAGES LUCIANO RODOLFO" userId="224ab6d9-70b5-4e2a-bfb3-d436487689cf" providerId="ADAL" clId="{AEF339B5-F7F7-4607-816D-94BEAC5A6F34}" dt="2025-05-05T00:57:05.656" v="752" actId="1076"/>
          <ac:picMkLst>
            <pc:docMk/>
            <pc:sldMk cId="824978482" sldId="429"/>
            <ac:picMk id="5" creationId="{BD912ED3-E8FF-2ADD-F89B-FADF6186134B}"/>
          </ac:picMkLst>
        </pc:picChg>
      </pc:sldChg>
      <pc:sldChg chg="addSp delSp modSp add mod">
        <pc:chgData name="FAGES LUCIANO RODOLFO" userId="224ab6d9-70b5-4e2a-bfb3-d436487689cf" providerId="ADAL" clId="{AEF339B5-F7F7-4607-816D-94BEAC5A6F34}" dt="2025-05-05T01:13:44.645" v="1479" actId="9405"/>
        <pc:sldMkLst>
          <pc:docMk/>
          <pc:sldMk cId="833592689" sldId="430"/>
        </pc:sldMkLst>
        <pc:spChg chg="mod">
          <ac:chgData name="FAGES LUCIANO RODOLFO" userId="224ab6d9-70b5-4e2a-bfb3-d436487689cf" providerId="ADAL" clId="{AEF339B5-F7F7-4607-816D-94BEAC5A6F34}" dt="2025-05-05T01:07:31.181" v="1360" actId="20577"/>
          <ac:spMkLst>
            <pc:docMk/>
            <pc:sldMk cId="833592689" sldId="430"/>
            <ac:spMk id="3" creationId="{9B81E578-07B8-8E57-A899-09E6EF0F030C}"/>
          </ac:spMkLst>
        </pc:spChg>
        <pc:spChg chg="add mod">
          <ac:chgData name="FAGES LUCIANO RODOLFO" userId="224ab6d9-70b5-4e2a-bfb3-d436487689cf" providerId="ADAL" clId="{AEF339B5-F7F7-4607-816D-94BEAC5A6F34}" dt="2025-05-05T01:12:58.588" v="1470" actId="14100"/>
          <ac:spMkLst>
            <pc:docMk/>
            <pc:sldMk cId="833592689" sldId="430"/>
            <ac:spMk id="9" creationId="{5148C236-3822-6F7E-B606-34C228A11DEE}"/>
          </ac:spMkLst>
        </pc:spChg>
        <pc:picChg chg="add mod ord">
          <ac:chgData name="FAGES LUCIANO RODOLFO" userId="224ab6d9-70b5-4e2a-bfb3-d436487689cf" providerId="ADAL" clId="{AEF339B5-F7F7-4607-816D-94BEAC5A6F34}" dt="2025-05-05T01:11:22.779" v="1373" actId="166"/>
          <ac:picMkLst>
            <pc:docMk/>
            <pc:sldMk cId="833592689" sldId="430"/>
            <ac:picMk id="6" creationId="{DEF56A3E-5047-4285-22E8-76C08B95AE07}"/>
          </ac:picMkLst>
        </pc:picChg>
        <pc:picChg chg="add mod">
          <ac:chgData name="FAGES LUCIANO RODOLFO" userId="224ab6d9-70b5-4e2a-bfb3-d436487689cf" providerId="ADAL" clId="{AEF339B5-F7F7-4607-816D-94BEAC5A6F34}" dt="2025-05-05T01:11:16.909" v="1372" actId="1076"/>
          <ac:picMkLst>
            <pc:docMk/>
            <pc:sldMk cId="833592689" sldId="430"/>
            <ac:picMk id="8" creationId="{8FFB6E39-E79D-530A-31AF-B6025E7E48C5}"/>
          </ac:picMkLst>
        </pc:picChg>
        <pc:inkChg chg="add">
          <ac:chgData name="FAGES LUCIANO RODOLFO" userId="224ab6d9-70b5-4e2a-bfb3-d436487689cf" providerId="ADAL" clId="{AEF339B5-F7F7-4607-816D-94BEAC5A6F34}" dt="2025-05-05T01:13:44.645" v="1479" actId="9405"/>
          <ac:inkMkLst>
            <pc:docMk/>
            <pc:sldMk cId="833592689" sldId="430"/>
            <ac:inkMk id="14" creationId="{ED00D565-3CE6-FC97-4770-157CAE13EFB8}"/>
          </ac:inkMkLst>
        </pc:inkChg>
      </pc:sldChg>
      <pc:sldChg chg="add">
        <pc:chgData name="FAGES LUCIANO RODOLFO" userId="224ab6d9-70b5-4e2a-bfb3-d436487689cf" providerId="ADAL" clId="{AEF339B5-F7F7-4607-816D-94BEAC5A6F34}" dt="2025-05-05T00:58:35.406" v="754" actId="2890"/>
        <pc:sldMkLst>
          <pc:docMk/>
          <pc:sldMk cId="1209689772" sldId="431"/>
        </pc:sldMkLst>
      </pc:sldChg>
      <pc:sldChg chg="modSp add mod ord">
        <pc:chgData name="FAGES LUCIANO RODOLFO" userId="224ab6d9-70b5-4e2a-bfb3-d436487689cf" providerId="ADAL" clId="{AEF339B5-F7F7-4607-816D-94BEAC5A6F34}" dt="2025-05-05T01:20:27.124" v="1952" actId="20577"/>
        <pc:sldMkLst>
          <pc:docMk/>
          <pc:sldMk cId="4291751606" sldId="432"/>
        </pc:sldMkLst>
        <pc:spChg chg="mod">
          <ac:chgData name="FAGES LUCIANO RODOLFO" userId="224ab6d9-70b5-4e2a-bfb3-d436487689cf" providerId="ADAL" clId="{AEF339B5-F7F7-4607-816D-94BEAC5A6F34}" dt="2025-05-05T01:20:27.124" v="1952" actId="20577"/>
          <ac:spMkLst>
            <pc:docMk/>
            <pc:sldMk cId="4291751606" sldId="432"/>
            <ac:spMk id="3" creationId="{DE5EAD69-193E-568D-0AB5-8868492AA5F1}"/>
          </ac:spMkLst>
        </pc:spChg>
      </pc:sldChg>
      <pc:sldChg chg="addSp delSp modSp add mod ord">
        <pc:chgData name="FAGES LUCIANO RODOLFO" userId="224ab6d9-70b5-4e2a-bfb3-d436487689cf" providerId="ADAL" clId="{AEF339B5-F7F7-4607-816D-94BEAC5A6F34}" dt="2025-05-05T01:22:35.479" v="1963" actId="1076"/>
        <pc:sldMkLst>
          <pc:docMk/>
          <pc:sldMk cId="540416370" sldId="433"/>
        </pc:sldMkLst>
        <pc:spChg chg="mod">
          <ac:chgData name="FAGES LUCIANO RODOLFO" userId="224ab6d9-70b5-4e2a-bfb3-d436487689cf" providerId="ADAL" clId="{AEF339B5-F7F7-4607-816D-94BEAC5A6F34}" dt="2025-05-05T01:21:45.510" v="1957" actId="20577"/>
          <ac:spMkLst>
            <pc:docMk/>
            <pc:sldMk cId="540416370" sldId="433"/>
            <ac:spMk id="3" creationId="{CF4776D6-1DBE-ED32-B159-852D8ED7796F}"/>
          </ac:spMkLst>
        </pc:spChg>
        <pc:picChg chg="add mod">
          <ac:chgData name="FAGES LUCIANO RODOLFO" userId="224ab6d9-70b5-4e2a-bfb3-d436487689cf" providerId="ADAL" clId="{AEF339B5-F7F7-4607-816D-94BEAC5A6F34}" dt="2025-05-05T01:22:35.479" v="1963" actId="1076"/>
          <ac:picMkLst>
            <pc:docMk/>
            <pc:sldMk cId="540416370" sldId="433"/>
            <ac:picMk id="5" creationId="{8EA5938D-087D-0EA6-04D0-FE4EBBE1564B}"/>
          </ac:picMkLst>
        </pc:picChg>
      </pc:sldChg>
      <pc:sldChg chg="modSp add mod">
        <pc:chgData name="FAGES LUCIANO RODOLFO" userId="224ab6d9-70b5-4e2a-bfb3-d436487689cf" providerId="ADAL" clId="{AEF339B5-F7F7-4607-816D-94BEAC5A6F34}" dt="2025-05-12T00:21:10.804" v="2521" actId="20577"/>
        <pc:sldMkLst>
          <pc:docMk/>
          <pc:sldMk cId="2554763326" sldId="434"/>
        </pc:sldMkLst>
        <pc:spChg chg="mod">
          <ac:chgData name="FAGES LUCIANO RODOLFO" userId="224ab6d9-70b5-4e2a-bfb3-d436487689cf" providerId="ADAL" clId="{AEF339B5-F7F7-4607-816D-94BEAC5A6F34}" dt="2025-05-12T00:21:10.804" v="2521" actId="20577"/>
          <ac:spMkLst>
            <pc:docMk/>
            <pc:sldMk cId="2554763326" sldId="434"/>
            <ac:spMk id="3" creationId="{6219C04C-3159-C350-EB88-14E7E47A037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5T01:13:44.6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5T01:13:44.6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1B2B0-2D7D-C6DF-9130-1FEECE75A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A359BB-1ACA-C2A3-8775-645BACA76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BA8905-AA25-AA71-3348-83CB5524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D5368-A3A1-23A6-939E-F00085CF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EA62B5-BAF5-0FA4-3CA2-45E08486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516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ADDEB-154B-2699-E102-340B22CE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E84F8-DEE8-69CB-13BD-F33738A43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445EE7-ABF2-0063-A5B5-DE214FC8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5D131-D0B0-AA54-AF53-1A433509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148123-F9B3-62C2-903F-76BA491D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58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1310E-51CE-AF0A-6257-55C820C1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1CDFA-2F9E-1474-6FCF-8BDC5E442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0C0AB-B2F6-D769-3D22-2C82685E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38AB68-AE57-44A8-AE47-7E79E8BE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B6502E-7CD6-F30C-F9B5-BED1BCB0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511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270F5-4921-991C-AACA-DD44E133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4BD695-6A32-1CD6-3F07-5F48B93E2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8A78BF-B3D2-7804-2C7D-D1D1A3B43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47EEEE-0D5C-1125-282A-DDA1DA41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05774-170F-E19C-8DA5-BFB6845C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2F15D6-7C08-DDB5-1F13-F95F8A12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100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0ECA6-BDC2-6B09-2711-2720E69C8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15D30A-D735-FCC9-3174-2B388EF83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89FCFA-2BA5-3DCE-7C3F-4B54DB260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0A697C-E800-19DA-077E-72EEA5856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AD9EEA-282A-069E-D74D-674865D1A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7F5801B-B76A-8CD8-D265-172C71F1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88FCE1-42FE-0B64-C4B8-51274848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DCD307-A510-5C13-1068-264B7DCE1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7569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4096C-D55A-06EA-C946-BAD7EC50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98A556-43CD-0F16-5921-72330259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DF952A-9A2C-7E95-2230-37A32A0AA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D50F76-D64E-956B-DAF6-7E35CF30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121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899BD7-D508-D2AC-A241-CD990752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8E5977-29D9-FFE8-8F43-5979247E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3DA36A-D32C-9C0F-D071-4D415F75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489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A4B49-0BF1-1915-84CB-829DB1C5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657CA-6A86-B253-CCC8-D128EBA9B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138397-55EE-AAF6-02B0-440D78C2E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F99E42-F7C9-116B-93B5-97372687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0999D0-CE8E-C815-4478-1EC091349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38B748-1080-3B1C-0758-A0F4EAF9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737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4900C-441C-E9E3-2F32-09C1B94F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94876F-F672-591B-A09F-0C4F1811B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58853B-0C42-A0BF-0BAB-0F14E5EAA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7B0BF1-32DA-F0B8-EA1B-CF59DDEB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B7DC93-8C62-6AE2-BC4D-0563919E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0DC54-1FC3-84F8-6FF3-C10E6DDC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439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55CAC-ED14-F880-C6B3-EF7149F2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E31E0B-1D17-0CDC-DF0B-1714A6D60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C0C2F7-5F92-99CA-458D-E3C684B85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2F9AA1-3648-681D-C3B0-E21F6EFD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1D70F8-54F4-94F8-8C0F-932A41791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289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7E78A1-FE33-4536-F350-40B106056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1B5F8F-7E62-E80D-0190-880CC61EB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A5DF65-7282-5923-3986-3F59CDB0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346A4E-D4B8-1D7A-C58A-CA2A5B45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742DD1-56B0-6FD7-9F27-0922C72C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602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68915F0-BD8B-8CD5-B77D-1CB61022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297DF7-F186-70A8-A37E-3B99567DC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47C2A3-398D-AE09-E63F-3D336F550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1DC5F-E9CB-4812-926E-1ABC74A0E41C}" type="datetimeFigureOut">
              <a:rPr lang="es-AR" smtClean="0"/>
              <a:t>11/5/2025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EB7710-2920-661C-8EB8-1F93AC09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FE4F4A-F3FA-CDCC-EC62-E2C02AB98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46A13-E836-4C0F-892D-14691FF20BA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401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7A39EE0-1D41-707E-FDC2-34EA275E3748}"/>
                  </a:ext>
                </a:extLst>
              </p:cNvPr>
              <p:cNvSpPr txBox="1"/>
              <p:nvPr/>
            </p:nvSpPr>
            <p:spPr>
              <a:xfrm>
                <a:off x="563878" y="502920"/>
                <a:ext cx="11064242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</a:rPr>
                  <a:t>El diagrama de flujos </a:t>
                </a:r>
                <a:r>
                  <a:rPr lang="es-AR" sz="3000" dirty="0">
                    <a:solidFill>
                      <a:schemeClr val="tx1"/>
                    </a:solidFill>
                  </a:rPr>
                  <a:t>: flujo de masas de aire en un tornado</a:t>
                </a: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Dichos vectores modelizan movimiento de partículas, indica que si una partícula se encuentra en el punto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se trasladará al punto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Notar que los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AR" sz="3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</a:rPr>
                  <a:t>varían su dirección dependiendo de su origen</a:t>
                </a:r>
              </a:p>
              <a:p>
                <a:endParaRPr lang="es-AR" sz="3000" dirty="0"/>
              </a:p>
              <a:p>
                <a:r>
                  <a:rPr lang="es-AR" sz="3000" dirty="0"/>
                  <a:t>En matemática, a este </a:t>
                </a:r>
              </a:p>
              <a:p>
                <a:r>
                  <a:rPr lang="es-AR" sz="3000" dirty="0"/>
                  <a:t>tipo de modelización</a:t>
                </a:r>
              </a:p>
              <a:p>
                <a:r>
                  <a:rPr lang="es-AR" sz="3000" dirty="0"/>
                  <a:t>Se la define como…</a:t>
                </a:r>
              </a:p>
              <a:p>
                <a:r>
                  <a:rPr lang="es-AR" sz="3000" dirty="0"/>
                  <a:t> </a:t>
                </a:r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7A39EE0-1D41-707E-FDC2-34EA275E3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8" y="502920"/>
                <a:ext cx="11064242" cy="5632311"/>
              </a:xfrm>
              <a:prstGeom prst="rect">
                <a:avLst/>
              </a:prstGeom>
              <a:blipFill>
                <a:blip r:embed="rId2"/>
                <a:stretch>
                  <a:fillRect l="-1267" t="-13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DF69C1B4-8209-DDEE-F7D2-6A3E2783D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140" y="3554045"/>
            <a:ext cx="36957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21B3E81-355D-02B5-9A10-84FF531D5E2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759272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76E440-CC1E-42C8-8613-B6EA4664F5C9}"/>
              </a:ext>
            </a:extLst>
          </p:cNvPr>
          <p:cNvSpPr txBox="1"/>
          <p:nvPr/>
        </p:nvSpPr>
        <p:spPr>
          <a:xfrm>
            <a:off x="1495762" y="226315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CAMPOS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VECTORIALES</a:t>
            </a:r>
          </a:p>
          <a:p>
            <a:endParaRPr lang="es-AR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38EAEB-66B4-5BA7-7021-6143D76A6FB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76985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62A709-094D-808A-764D-4BBFA82F85D4}"/>
              </a:ext>
            </a:extLst>
          </p:cNvPr>
          <p:cNvSpPr txBox="1"/>
          <p:nvPr/>
        </p:nvSpPr>
        <p:spPr>
          <a:xfrm>
            <a:off x="563880" y="502920"/>
            <a:ext cx="712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/>
              <p:nvPr/>
            </p:nvSpPr>
            <p:spPr>
              <a:xfrm>
                <a:off x="563878" y="502920"/>
                <a:ext cx="11064242" cy="581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Donde: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 ,   ∀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∈{1,…,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s-AR" sz="3000" dirty="0"/>
              </a:p>
              <a:p>
                <a:endParaRPr lang="es-AR" sz="3000" dirty="0"/>
              </a:p>
              <a:p>
                <a:pPr algn="ctr"/>
                <a:r>
                  <a:rPr lang="es-AR" sz="3000" dirty="0"/>
                  <a:t>OBS: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∩…∩</m:t>
                    </m:r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AR" sz="3000" dirty="0"/>
              </a:p>
              <a:p>
                <a:endParaRPr lang="es-AR" sz="3000" dirty="0"/>
              </a:p>
              <a:p>
                <a:pPr algn="ctr"/>
                <a:r>
                  <a:rPr lang="es-AR" sz="3000" dirty="0"/>
                  <a:t>Estudiaremos en particular los C.V con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=2 ; 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s-AR" sz="3000" dirty="0"/>
              </a:p>
              <a:p>
                <a:endParaRPr lang="es-AR" sz="3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/>
              </a:p>
              <a:p>
                <a:pPr algn="ctr"/>
                <a:endParaRPr lang="es-AR" sz="3000" dirty="0"/>
              </a:p>
              <a:p>
                <a:pPr algn="ctr"/>
                <a:endParaRPr lang="es-AR" sz="3000" dirty="0"/>
              </a:p>
              <a:p>
                <a:pPr algn="ctr"/>
                <a:r>
                  <a:rPr lang="es-AR" sz="3000" b="1" u="sng" dirty="0"/>
                  <a:t>Aplicación</a:t>
                </a:r>
                <a:r>
                  <a:rPr lang="es-AR" sz="3000" dirty="0"/>
                  <a:t>: parametrización de superficies </a:t>
                </a:r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AB700D2-8426-F31F-1EB6-9CB68CEE8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8" y="502920"/>
                <a:ext cx="11064242" cy="5818516"/>
              </a:xfrm>
              <a:prstGeom prst="rect">
                <a:avLst/>
              </a:prstGeom>
              <a:blipFill>
                <a:blip r:embed="rId2"/>
                <a:stretch>
                  <a:fillRect l="-1267" b="-23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A349AA7-77FD-836D-11AC-0AF19BDBFF4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65576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DAF7-1429-86AD-3990-EEE109CD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827B669-0F4E-17BC-978C-C5AC870BE441}"/>
                  </a:ext>
                </a:extLst>
              </p:cNvPr>
              <p:cNvSpPr txBox="1"/>
              <p:nvPr/>
            </p:nvSpPr>
            <p:spPr>
              <a:xfrm>
                <a:off x="443956" y="517910"/>
                <a:ext cx="11064242" cy="2052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EJEMPLO 1:  </a:t>
                </a:r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 :</m:t>
                      </m:r>
                      <m:acc>
                        <m:accPr>
                          <m:chr m:val="⃗"/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rad>
                            </m:den>
                          </m:f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827B669-0F4E-17BC-978C-C5AC870BE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17910"/>
                <a:ext cx="11064242" cy="2052998"/>
              </a:xfrm>
              <a:prstGeom prst="rect">
                <a:avLst/>
              </a:prstGeom>
              <a:blipFill>
                <a:blip r:embed="rId2"/>
                <a:stretch>
                  <a:fillRect l="-1322" t="-35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043CB5B-D55E-39C7-F54D-A832A3565A5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1547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50E86-5A82-9F78-B506-07041A4C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9F8A932-8857-AC96-356B-97A94D30C9ED}"/>
                  </a:ext>
                </a:extLst>
              </p:cNvPr>
              <p:cNvSpPr txBox="1"/>
              <p:nvPr/>
            </p:nvSpPr>
            <p:spPr>
              <a:xfrm>
                <a:off x="443956" y="517910"/>
                <a:ext cx="11064242" cy="2052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EJEMPLO 2:  </a:t>
                </a:r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 :</m:t>
                      </m:r>
                      <m:acc>
                        <m:accPr>
                          <m:chr m:val="⃗"/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000" b="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−2+</m:t>
                                  </m:r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9F8A932-8857-AC96-356B-97A94D30C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17910"/>
                <a:ext cx="11064242" cy="2052998"/>
              </a:xfrm>
              <a:prstGeom prst="rect">
                <a:avLst/>
              </a:prstGeom>
              <a:blipFill>
                <a:blip r:embed="rId2"/>
                <a:stretch>
                  <a:fillRect l="-1322" t="-35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12D35B7-6123-8D58-53B8-70334D79100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7164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D7DEF-E9D3-E6B6-14EE-DB44DC15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9B4D05F-6A30-DEAF-210D-8B839B4EE759}"/>
                  </a:ext>
                </a:extLst>
              </p:cNvPr>
              <p:cNvSpPr txBox="1"/>
              <p:nvPr/>
            </p:nvSpPr>
            <p:spPr>
              <a:xfrm>
                <a:off x="443956" y="517910"/>
                <a:ext cx="11064242" cy="626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 DE UN CAMPO VECTORIAL </a:t>
                </a:r>
                <a:endParaRPr lang="es-AR" sz="3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AR" sz="3000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AR" sz="30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AR" sz="3000" b="1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Así como </a:t>
                </a:r>
                <a:r>
                  <a:rPr lang="es-AR" sz="3000" dirty="0"/>
                  <a:t>el conjunto imagen de una F. V bajo ciertas condiciones eran curvas en el plano o el espacio 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El conjunto imagen de un C.V es una </a:t>
                </a:r>
                <a:r>
                  <a:rPr lang="es-AR" sz="3000" b="1" dirty="0">
                    <a:solidFill>
                      <a:schemeClr val="tx1"/>
                    </a:solidFill>
                  </a:rPr>
                  <a:t>superficie</a:t>
                </a:r>
                <a:r>
                  <a:rPr lang="es-AR" sz="3000" dirty="0">
                    <a:solidFill>
                      <a:schemeClr val="tx1"/>
                    </a:solidFill>
                  </a:rPr>
                  <a:t> siempre y cuando: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AR" sz="3000" b="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endParaRPr lang="es-AR" sz="30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s-AR" sz="3000" dirty="0"/>
                  <a:t> sea continuo en D, con D simplemente conexo, es decir, sin agujeros</a:t>
                </a:r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9B4D05F-6A30-DEAF-210D-8B839B4EE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17910"/>
                <a:ext cx="11064242" cy="6262292"/>
              </a:xfrm>
              <a:prstGeom prst="rect">
                <a:avLst/>
              </a:prstGeom>
              <a:blipFill>
                <a:blip r:embed="rId2"/>
                <a:stretch>
                  <a:fillRect l="-1322" t="-1168" r="-10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9923DEB1-E17E-4B86-D28A-860149E2A71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91106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92CA-990B-9663-5F1A-5D396207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2F71F85-BEC2-3C6E-650A-623105E416DB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3424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1: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2F71F85-BEC2-3C6E-650A-623105E41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3424399"/>
              </a:xfrm>
              <a:prstGeom prst="rect">
                <a:avLst/>
              </a:prstGeom>
              <a:blipFill>
                <a:blip r:embed="rId2"/>
                <a:stretch>
                  <a:fillRect l="-1294" t="-213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0A553BB1-2E97-1846-5DDF-57FAB6E71A9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1127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E8AE-BAD3-7CA1-1AE5-FAD8DFA6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1B92ED9-5F1D-E62C-9305-6204F37BF928}"/>
                  </a:ext>
                </a:extLst>
              </p:cNvPr>
              <p:cNvSpPr txBox="1"/>
              <p:nvPr/>
            </p:nvSpPr>
            <p:spPr>
              <a:xfrm>
                <a:off x="443956" y="502920"/>
                <a:ext cx="11064242" cy="4303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1*: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/>
                  <a:t>Siendo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: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≤4</m:t>
                        </m:r>
                      </m:e>
                    </m:d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1B92ED9-5F1D-E62C-9305-6204F37BF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02920"/>
                <a:ext cx="11064242" cy="4303422"/>
              </a:xfrm>
              <a:prstGeom prst="rect">
                <a:avLst/>
              </a:prstGeom>
              <a:blipFill>
                <a:blip r:embed="rId2"/>
                <a:stretch>
                  <a:fillRect l="-1322" t="-170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6697E1FD-EA4A-D3D0-02AC-02C21D75E97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886864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430C-0375-1807-184A-56CCD6E0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654B309-CA06-0A4C-98EA-E3046555DC8F}"/>
                  </a:ext>
                </a:extLst>
              </p:cNvPr>
              <p:cNvSpPr txBox="1"/>
              <p:nvPr/>
            </p:nvSpPr>
            <p:spPr>
              <a:xfrm>
                <a:off x="443956" y="517910"/>
                <a:ext cx="11064242" cy="34212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2: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ad>
                          <m:radPr>
                            <m:degHide m:val="on"/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654B309-CA06-0A4C-98EA-E3046555D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17910"/>
                <a:ext cx="11064242" cy="3421258"/>
              </a:xfrm>
              <a:prstGeom prst="rect">
                <a:avLst/>
              </a:prstGeom>
              <a:blipFill>
                <a:blip r:embed="rId2"/>
                <a:stretch>
                  <a:fillRect l="-1322" t="-213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32B191E0-0C03-25EF-FA71-C001B961AE5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94705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B63FA-0D38-E966-8A47-07754F8F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3586703-D420-4037-C096-9162E0872CDA}"/>
                  </a:ext>
                </a:extLst>
              </p:cNvPr>
              <p:cNvSpPr txBox="1"/>
              <p:nvPr/>
            </p:nvSpPr>
            <p:spPr>
              <a:xfrm>
                <a:off x="443956" y="517910"/>
                <a:ext cx="11064242" cy="3882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2*: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ad>
                          <m:radPr>
                            <m:degHide m:val="on"/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Siendo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:1≤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≤4</m:t>
                        </m:r>
                      </m:e>
                    </m:d>
                  </m:oMath>
                </a14:m>
                <a:endParaRPr lang="es-AR" sz="3000" dirty="0"/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3586703-D420-4037-C096-9162E0872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17910"/>
                <a:ext cx="11064242" cy="3882922"/>
              </a:xfrm>
              <a:prstGeom prst="rect">
                <a:avLst/>
              </a:prstGeom>
              <a:blipFill>
                <a:blip r:embed="rId2"/>
                <a:stretch>
                  <a:fillRect l="-1322" t="-18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AA2A9620-805B-7B6E-9215-9AF70A0D860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313355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DEAA4-E122-0B0A-44C9-E76D8339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B937B4B-325E-E03B-A396-CFB113EFD71D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3450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3: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func>
                          <m:func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 sz="30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func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𝑢𝑠𝑒𝑛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), </m:t>
                        </m:r>
                        <m:sSup>
                          <m:sSup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Siendo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:0≤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, 1≤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B937B4B-325E-E03B-A396-CFB113EFD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3450432"/>
              </a:xfrm>
              <a:prstGeom prst="rect">
                <a:avLst/>
              </a:prstGeom>
              <a:blipFill>
                <a:blip r:embed="rId2"/>
                <a:stretch>
                  <a:fillRect l="-1294" t="-212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04910971-35EE-EEE8-8203-A44FFC6DA46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936363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0201-7476-0A07-1D59-687417DF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F48514A-D8CE-1B64-CF34-65D322887142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4359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4: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endParaRPr lang="es-AR" sz="3000" b="0" i="1" dirty="0">
                  <a:latin typeface="Cambria Math" panose="02040503050406030204" pitchFamily="18" charset="0"/>
                </a:endParaRPr>
              </a:p>
              <a:p>
                <a:endParaRPr lang="es-AR" sz="3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000" b="0" i="0" dirty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𝑠𝑒𝑛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𝑠𝑒𝑛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𝑠𝑒𝑛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,2</m:t>
                          </m:r>
                          <m:func>
                            <m:funcPr>
                              <m:ctrlPr>
                                <a:rPr lang="es-AR" sz="3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3000" b="0" i="0" dirty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Siendo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:0≤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 ,  0≤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F48514A-D8CE-1B64-CF34-65D322887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4359527"/>
              </a:xfrm>
              <a:prstGeom prst="rect">
                <a:avLst/>
              </a:prstGeom>
              <a:blipFill>
                <a:blip r:embed="rId2"/>
                <a:stretch>
                  <a:fillRect l="-1294" t="-16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B6B50EA0-3F9A-43F6-CC0B-11D6D7DF9E9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95014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AFC4-7ACF-C7D2-EFDC-60DFA66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865249F-F506-7CCF-58F2-F02DDDA78585}"/>
                  </a:ext>
                </a:extLst>
              </p:cNvPr>
              <p:cNvSpPr txBox="1"/>
              <p:nvPr/>
            </p:nvSpPr>
            <p:spPr>
              <a:xfrm>
                <a:off x="443956" y="517910"/>
                <a:ext cx="11064242" cy="6615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OBSERVACIÓN:</a:t>
                </a:r>
                <a:endParaRPr lang="es-AR" sz="300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s-AR" sz="300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s-AR" sz="3000" dirty="0">
                    <a:solidFill>
                      <a:schemeClr val="tx1"/>
                    </a:solidFill>
                  </a:rPr>
                  <a:t>Si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𝑔𝑟𝑎𝑓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AR" sz="3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es-AR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d>
                        <m:d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Pero también sirven para parametrizar superficies que </a:t>
                </a:r>
                <a:r>
                  <a:rPr lang="es-AR" sz="3000" b="1" dirty="0">
                    <a:solidFill>
                      <a:schemeClr val="tx1"/>
                    </a:solidFill>
                  </a:rPr>
                  <a:t>NO</a:t>
                </a:r>
                <a:r>
                  <a:rPr lang="es-AR" sz="3000" dirty="0">
                    <a:solidFill>
                      <a:schemeClr val="tx1"/>
                    </a:solidFill>
                  </a:rPr>
                  <a:t> son gráfica de ningún C.E. </a:t>
                </a: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Veamos ejemplos …</a:t>
                </a: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865249F-F506-7CCF-58F2-F02DDDA78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6" y="517910"/>
                <a:ext cx="11064242" cy="6615081"/>
              </a:xfrm>
              <a:prstGeom prst="rect">
                <a:avLst/>
              </a:prstGeom>
              <a:blipFill>
                <a:blip r:embed="rId2"/>
                <a:stretch>
                  <a:fillRect l="-1322" t="-11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E3575F9-1EC3-145C-5B3D-5F43BE1A9FA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658596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86D5-0C94-BB91-AE9B-13F3C3F0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76C29FC-A78F-A853-F89D-19EBFB18762E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338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5: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 sz="30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𝑠𝑒𝑛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Siendo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:0≤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≤2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  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ctrlPr>
                          <a:rPr lang="es-AR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i="1">
                            <a:latin typeface="Cambria Math" panose="02040503050406030204" pitchFamily="18" charset="0"/>
                          </a:rPr>
                          <m:t>0,+∞</m:t>
                        </m:r>
                      </m:e>
                    </m:d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76C29FC-A78F-A853-F89D-19EBFB187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3380092"/>
              </a:xfrm>
              <a:prstGeom prst="rect">
                <a:avLst/>
              </a:prstGeom>
              <a:blipFill>
                <a:blip r:embed="rId2"/>
                <a:stretch>
                  <a:fillRect l="-1294" t="-216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E8EFF7D-C53C-AB3F-82E9-2D956406DFDA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570884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E1D8-7F76-BF12-F5DC-9B5D7B40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29D9BE1-4A1C-2439-5E9E-990CF0AC337C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338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/>
                  <a:t>CONJUNTO IMAGEN DE C.V : </a:t>
                </a:r>
                <a:r>
                  <a:rPr lang="es-AR" sz="3000" dirty="0"/>
                  <a:t>DESPARAMETRIZACIÓN DE SUPERFICIES</a:t>
                </a:r>
              </a:p>
              <a:p>
                <a:endParaRPr lang="es-AR" sz="3000" b="1" dirty="0"/>
              </a:p>
              <a:p>
                <a:r>
                  <a:rPr lang="es-AR" sz="3000" b="1" dirty="0"/>
                  <a:t>EJEMPLO 5*: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s-AR" sz="3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s-AR" sz="30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AR" sz="30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𝑠𝑒𝑛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s-AR" sz="3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s-AR" sz="3000" dirty="0"/>
              </a:p>
              <a:p>
                <a:endParaRPr lang="es-AR" sz="3000" b="1" dirty="0">
                  <a:solidFill>
                    <a:schemeClr val="tx1"/>
                  </a:solidFill>
                </a:endParaRPr>
              </a:p>
              <a:p>
                <a:r>
                  <a:rPr lang="es-AR" sz="3000" dirty="0"/>
                  <a:t>Siendo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:0≤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 , 1≤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≤5</m:t>
                        </m:r>
                      </m:e>
                    </m:d>
                  </m:oMath>
                </a14:m>
                <a:endParaRPr lang="es-AR" sz="3000" dirty="0">
                  <a:solidFill>
                    <a:schemeClr val="tx1"/>
                  </a:solidFill>
                </a:endParaRPr>
              </a:p>
              <a:p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29D9BE1-4A1C-2439-5E9E-990CF0AC3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3380092"/>
              </a:xfrm>
              <a:prstGeom prst="rect">
                <a:avLst/>
              </a:prstGeom>
              <a:blipFill>
                <a:blip r:embed="rId2"/>
                <a:stretch>
                  <a:fillRect l="-1294" t="-216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E5A8342E-0979-9A0F-EF66-3AF297DB03C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419362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8C7F-5C17-D149-4262-6B6FFDF4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14507A-EA57-6CA6-6930-E1C91B137AE9}"/>
              </a:ext>
            </a:extLst>
          </p:cNvPr>
          <p:cNvSpPr txBox="1"/>
          <p:nvPr/>
        </p:nvSpPr>
        <p:spPr>
          <a:xfrm>
            <a:off x="1495762" y="226315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DERIVACIÓN DE 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CAMPOS  VECTORIALES</a:t>
            </a:r>
          </a:p>
          <a:p>
            <a:endParaRPr lang="es-AR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DAE1FF-FDB1-4E4A-59B7-FD5EF302178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684741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16241-B067-8F52-9823-7EA15928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1F00E08-46D1-B156-B85C-B44209C1A5E0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5871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</a:rPr>
                  <a:t>MATRIZ DIFERENCIAL O JACOBIANA</a:t>
                </a: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s-AR" sz="3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es-AR" sz="3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Un C.V con derivadas parciales continuas: </a:t>
                </a:r>
              </a:p>
              <a:p>
                <a:endParaRPr lang="es-AR" sz="3000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Se define la matriz diferencial o derivada del campo F como:</a:t>
                </a:r>
              </a:p>
              <a:p>
                <a:endParaRPr lang="es-AR" sz="3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s-AR" sz="3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3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AR" sz="3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AR" sz="3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30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 sz="3000" b="0" i="0" dirty="0" smtClean="0"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s-AR" sz="3000" i="1" dirty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s-AR" sz="3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AR" sz="3000" b="0" i="0" dirty="0" smtClean="0"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AR" sz="3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s-AR" sz="3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  <m:e>
                                <m:r>
                                  <a:rPr lang="es-AR" sz="30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AR" sz="30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3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1F00E08-46D1-B156-B85C-B44209C1A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5871416"/>
              </a:xfrm>
              <a:prstGeom prst="rect">
                <a:avLst/>
              </a:prstGeom>
              <a:blipFill>
                <a:blip r:embed="rId2"/>
                <a:stretch>
                  <a:fillRect l="-1294" t="-12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9A9247B1-3593-3106-E5AA-A1B80C461C4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209689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D7EBD-5E99-C49E-A87B-4619E470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8AA6A6B-18FB-6BB8-0A1B-56D9E4FAD550}"/>
              </a:ext>
            </a:extLst>
          </p:cNvPr>
          <p:cNvSpPr txBox="1"/>
          <p:nvPr/>
        </p:nvSpPr>
        <p:spPr>
          <a:xfrm>
            <a:off x="443955" y="517910"/>
            <a:ext cx="11308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/>
              <a:t>EJEMPLO 1:</a:t>
            </a:r>
          </a:p>
          <a:p>
            <a:endParaRPr lang="es-AR" sz="3000" b="1" dirty="0">
              <a:solidFill>
                <a:schemeClr val="tx1"/>
              </a:solidFill>
            </a:endParaRPr>
          </a:p>
          <a:p>
            <a:endParaRPr lang="es-AR" sz="3000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424B1D-9524-C05A-685F-BA86B2C9744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912ED3-E8FF-2ADD-F89B-FADF6186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93" y="1256574"/>
            <a:ext cx="10887452" cy="10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78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78FA-015E-884F-2EDA-CDFE3C55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B357518-E9EA-BC0F-231B-4C3AD8F7DC8F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5744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</a:rPr>
                  <a:t>DERIVADA DE UNA COMPOSICIÓN</a:t>
                </a:r>
              </a:p>
              <a:p>
                <a:endParaRPr lang="es-AR" sz="3000" b="1" dirty="0"/>
              </a:p>
              <a:p>
                <a:r>
                  <a:rPr lang="es-AR" sz="3000" b="1" dirty="0">
                    <a:solidFill>
                      <a:schemeClr val="tx1"/>
                    </a:solidFill>
                  </a:rPr>
                  <a:t>GENERALIZACIÓN DE LA REGLA DE LA CADENA</a:t>
                </a:r>
              </a:p>
              <a:p>
                <a:endParaRPr lang="es-AR" sz="3000" dirty="0"/>
              </a:p>
              <a:p>
                <a:r>
                  <a:rPr lang="es-AR" sz="3000" dirty="0">
                    <a:solidFill>
                      <a:schemeClr val="tx1"/>
                    </a:solidFill>
                  </a:rPr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s-AR" sz="3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AR" sz="3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s-AR" sz="3000" dirty="0">
                    <a:latin typeface="Cambria Math" panose="02040503050406030204" pitchFamily="18" charset="0"/>
                  </a:rPr>
                  <a:t>entonces se puede definir</a:t>
                </a:r>
              </a:p>
              <a:p>
                <a:endParaRPr lang="es-AR" sz="3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acc>
                        <m:accPr>
                          <m:chr m:val="⃗"/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acc>
                        <m:accPr>
                          <m:chr m:val="⃗"/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       </m:t>
                      </m:r>
                      <m:acc>
                        <m:accPr>
                          <m:chr m:val="⃗"/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2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d>
                        <m:dPr>
                          <m:ctrlPr>
                            <a:rPr lang="es-A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2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d>
                            <m:dPr>
                              <m:ctrlPr>
                                <a:rPr lang="es-AR" sz="2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AR" sz="2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2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s-AR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AR" sz="3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s-AR" sz="3000" i="1" dirty="0">
                  <a:latin typeface="Cambria Math" panose="02040503050406030204" pitchFamily="18" charset="0"/>
                </a:endParaRPr>
              </a:p>
              <a:p>
                <a:r>
                  <a:rPr lang="es-AR" sz="3000" dirty="0">
                    <a:latin typeface="Cambria Math" panose="02040503050406030204" pitchFamily="18" charset="0"/>
                  </a:rPr>
                  <a:t>Para la cual además se conoce su matriz jacobiana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s-AR" sz="3000" dirty="0">
                    <a:latin typeface="Cambria Math" panose="02040503050406030204" pitchFamily="18" charset="0"/>
                  </a:rPr>
                  <a:t>: </a:t>
                </a:r>
              </a:p>
              <a:p>
                <a:endParaRPr lang="es-AR" sz="3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s-A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acc>
                            <m:accPr>
                              <m:chr m:val="⃗"/>
                              <m:ctrlPr>
                                <a:rPr lang="es-AR" sz="3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;    </m:t>
                      </m:r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s-A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ctrlPr>
                            <a:rPr lang="es-A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s-A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d>
                        <m:dPr>
                          <m:ctrlPr>
                            <a:rPr lang="es-A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d>
                            <m:dPr>
                              <m:ctrlPr>
                                <a:rPr lang="es-AR" sz="3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AR" sz="3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AR" sz="3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AR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s-AR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B357518-E9EA-BC0F-231B-4C3AD8F7D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5744393"/>
              </a:xfrm>
              <a:prstGeom prst="rect">
                <a:avLst/>
              </a:prstGeom>
              <a:blipFill>
                <a:blip r:embed="rId2"/>
                <a:stretch>
                  <a:fillRect l="-1294" t="-12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A039D858-72F8-E7A3-3443-18D650429E7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47813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EDF2-4234-9143-4B3B-98DDEE5A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B81E578-07B8-8E57-A899-09E6EF0F030C}"/>
              </a:ext>
            </a:extLst>
          </p:cNvPr>
          <p:cNvSpPr txBox="1"/>
          <p:nvPr/>
        </p:nvSpPr>
        <p:spPr>
          <a:xfrm>
            <a:off x="443955" y="517910"/>
            <a:ext cx="11308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/>
              <a:t>EJEMPLO 2:</a:t>
            </a:r>
          </a:p>
          <a:p>
            <a:endParaRPr lang="es-AR" sz="3000" b="1" dirty="0">
              <a:solidFill>
                <a:schemeClr val="tx1"/>
              </a:solidFill>
            </a:endParaRPr>
          </a:p>
          <a:p>
            <a:endParaRPr lang="es-AR" sz="3000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966441-FB31-750F-8303-E7432766680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FFB6E39-E79D-530A-31AF-B6025E7E4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41" y="1335918"/>
            <a:ext cx="6284951" cy="13186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EF56A3E-5047-4285-22E8-76C08B95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01" y="1240547"/>
            <a:ext cx="11333329" cy="64633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148C236-3822-6F7E-B606-34C228A11DEE}"/>
              </a:ext>
            </a:extLst>
          </p:cNvPr>
          <p:cNvSpPr txBox="1"/>
          <p:nvPr/>
        </p:nvSpPr>
        <p:spPr>
          <a:xfrm>
            <a:off x="6121365" y="1995238"/>
            <a:ext cx="479147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500" b="1" dirty="0"/>
              <a:t>En el origen correspondiente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ED00D565-3CE6-FC97-4770-157CAE13EFB8}"/>
                  </a:ext>
                </a:extLst>
              </p14:cNvPr>
              <p14:cNvContentPartPr/>
              <p14:nvPr/>
            </p14:nvContentPartPr>
            <p14:xfrm>
              <a:off x="-1784237" y="3013088"/>
              <a:ext cx="360" cy="36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ED00D565-3CE6-FC97-4770-157CAE13EF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38237" y="2905088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3592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0AD6-0FA6-1180-B463-07432E72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E5EAD69-193E-568D-0AB5-8868492AA5F1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5898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</a:rPr>
                  <a:t>ROTOR ASOCIADO A UN CAMPO VECTORIAL</a:t>
                </a:r>
              </a:p>
              <a:p>
                <a:endParaRPr lang="es-AR" sz="3000" b="1" dirty="0"/>
              </a:p>
              <a:p>
                <a:r>
                  <a:rPr lang="es-AR" sz="3000" dirty="0"/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acc>
                      <m:accPr>
                        <m:chr m:val="⃗"/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d>
                      <m:dPr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AR" sz="3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AR" sz="3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d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s-AR" sz="3000" dirty="0"/>
                  <a:t>se define el rotor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/>
                  <a:t>como el campo </a:t>
                </a: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</m:acc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e>
                                <m:r>
                                  <a:rPr lang="es-AR" sz="3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</m:acc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r>
                  <a:rPr lang="es-AR" sz="3000" dirty="0"/>
                  <a:t>Veremos una aplicación del rotor más adelante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E5EAD69-193E-568D-0AB5-8868492AA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5898794"/>
              </a:xfrm>
              <a:prstGeom prst="rect">
                <a:avLst/>
              </a:prstGeom>
              <a:blipFill>
                <a:blip r:embed="rId2"/>
                <a:stretch>
                  <a:fillRect l="-1294" t="-1240" r="-1348" b="-227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9767E6E6-60F5-EB2C-F49F-477A2747AC8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429175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14D6-6F69-B27A-B6AA-F28D4B59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219C04C-3159-C350-EB88-14E7E47A0378}"/>
                  </a:ext>
                </a:extLst>
              </p:cNvPr>
              <p:cNvSpPr txBox="1"/>
              <p:nvPr/>
            </p:nvSpPr>
            <p:spPr>
              <a:xfrm>
                <a:off x="443955" y="517910"/>
                <a:ext cx="11308333" cy="5776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b="1" dirty="0">
                    <a:solidFill>
                      <a:schemeClr val="tx1"/>
                    </a:solidFill>
                  </a:rPr>
                  <a:t>DIVERGENCIA ASOCIADA A UN CAMPO VECTORIAL</a:t>
                </a:r>
              </a:p>
              <a:p>
                <a:endParaRPr lang="es-AR" sz="3000" b="1" dirty="0"/>
              </a:p>
              <a:p>
                <a:r>
                  <a:rPr lang="es-AR" sz="3000" dirty="0"/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AR" sz="3000" dirty="0"/>
                  <a:t>se define la divergencia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3000" dirty="0"/>
                  <a:t>como el campo escalar  </a:t>
                </a: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</m:acc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𝝏</m:t>
                      </m:r>
                      <m:sSub>
                        <m:sSub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𝝏</m:t>
                      </m:r>
                      <m:sSub>
                        <m:sSub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</m:acc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d>
                        <m:d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  <m:r>
                        <a:rPr lang="es-AR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r>
                            <a:rPr lang="es-AR" sz="3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sz="3000" b="1" dirty="0">
                  <a:solidFill>
                    <a:schemeClr val="tx1"/>
                  </a:solidFill>
                </a:endParaRPr>
              </a:p>
              <a:p>
                <a:endParaRPr lang="es-AR" sz="3000" dirty="0"/>
              </a:p>
              <a:p>
                <a:r>
                  <a:rPr lang="es-AR" sz="3000" dirty="0"/>
                  <a:t>Veremos, eventualmente, una aplicación de la divergencia más adelante</a:t>
                </a: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219C04C-3159-C350-EB88-14E7E47A0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55" y="517910"/>
                <a:ext cx="11308333" cy="5776774"/>
              </a:xfrm>
              <a:prstGeom prst="rect">
                <a:avLst/>
              </a:prstGeom>
              <a:blipFill>
                <a:blip r:embed="rId2"/>
                <a:stretch>
                  <a:fillRect l="-1294" t="-1266" b="-232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75FA5A53-738B-BAD9-49E5-F35AF11F0DD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554763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7938-711E-8D09-0BC8-B4249C63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F4776D6-1DBE-ED32-B159-852D8ED7796F}"/>
              </a:ext>
            </a:extLst>
          </p:cNvPr>
          <p:cNvSpPr txBox="1"/>
          <p:nvPr/>
        </p:nvSpPr>
        <p:spPr>
          <a:xfrm>
            <a:off x="443955" y="517910"/>
            <a:ext cx="113083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/>
              <a:t>EJEMPLO 3:</a:t>
            </a:r>
          </a:p>
          <a:p>
            <a:endParaRPr lang="es-AR" sz="3000" b="1" dirty="0">
              <a:solidFill>
                <a:schemeClr val="tx1"/>
              </a:solidFill>
            </a:endParaRPr>
          </a:p>
          <a:p>
            <a:endParaRPr lang="es-AR" sz="3000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C69349-AF1E-4DB6-0D46-D7834B28CF9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C9F75D81-842D-69D8-B627-65EDF3078B02}"/>
                  </a:ext>
                </a:extLst>
              </p14:cNvPr>
              <p14:cNvContentPartPr/>
              <p14:nvPr/>
            </p14:nvContentPartPr>
            <p14:xfrm>
              <a:off x="-1784237" y="3013088"/>
              <a:ext cx="360" cy="36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C9F75D81-842D-69D8-B627-65EDF3078B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838237" y="2905088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8EA5938D-087D-0EA6-04D0-FE4EBBE15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29" y="997656"/>
            <a:ext cx="10746044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16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E64E4AB930084299D6310910972BCF" ma:contentTypeVersion="4" ma:contentTypeDescription="Crear nuevo documento." ma:contentTypeScope="" ma:versionID="7c36414d06d47e3d3167f4c0d79ad96d">
  <xsd:schema xmlns:xsd="http://www.w3.org/2001/XMLSchema" xmlns:xs="http://www.w3.org/2001/XMLSchema" xmlns:p="http://schemas.microsoft.com/office/2006/metadata/properties" xmlns:ns2="e6951571-1f5f-46db-aa42-ecf55515a371" targetNamespace="http://schemas.microsoft.com/office/2006/metadata/properties" ma:root="true" ma:fieldsID="fc5064cac5e842f271555dd857a006a0" ns2:_="">
    <xsd:import namespace="e6951571-1f5f-46db-aa42-ecf55515a3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51571-1f5f-46db-aa42-ecf55515a3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5B8E32-B007-452F-929F-089E1A0B28E9}"/>
</file>

<file path=customXml/itemProps2.xml><?xml version="1.0" encoding="utf-8"?>
<ds:datastoreItem xmlns:ds="http://schemas.openxmlformats.org/officeDocument/2006/customXml" ds:itemID="{5296AB10-8D4E-4ABF-A0C7-784FB9F6A4B0}"/>
</file>

<file path=customXml/itemProps3.xml><?xml version="1.0" encoding="utf-8"?>
<ds:datastoreItem xmlns:ds="http://schemas.openxmlformats.org/officeDocument/2006/customXml" ds:itemID="{41C3CF95-0A55-45C1-9547-A8963528344C}"/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1034</Words>
  <Application>Microsoft Office PowerPoint</Application>
  <PresentationFormat>Panorámica</PresentationFormat>
  <Paragraphs>168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Aharoni</vt:lpstr>
      <vt:lpstr>Aptos</vt:lpstr>
      <vt:lpstr>Aptos Display</vt:lpstr>
      <vt:lpstr>Arial</vt:lpstr>
      <vt:lpstr>Berlin Sans FB Demi</vt:lpstr>
      <vt:lpstr>Cambria Math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FAGES LUCIANO RODOLFO</dc:creator>
  <cp:lastModifiedBy>FAGES LUCIANO RODOLFO</cp:lastModifiedBy>
  <cp:revision>2</cp:revision>
  <dcterms:created xsi:type="dcterms:W3CDTF">2025-04-15T22:56:34Z</dcterms:created>
  <dcterms:modified xsi:type="dcterms:W3CDTF">2025-05-12T00:21:23Z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0x01010032E64E4AB930084299D6310910972BCF</vt:lpwstr>
  </property>
</Properties>
</file>