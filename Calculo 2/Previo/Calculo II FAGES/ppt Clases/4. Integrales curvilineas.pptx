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80" r:id="rId2"/>
    <p:sldId id="387" r:id="rId3"/>
    <p:sldId id="388" r:id="rId4"/>
    <p:sldId id="391" r:id="rId5"/>
    <p:sldId id="397" r:id="rId6"/>
    <p:sldId id="398" r:id="rId7"/>
    <p:sldId id="399" r:id="rId8"/>
    <p:sldId id="400" r:id="rId9"/>
    <p:sldId id="392" r:id="rId10"/>
    <p:sldId id="401" r:id="rId11"/>
    <p:sldId id="402" r:id="rId12"/>
    <p:sldId id="412" r:id="rId13"/>
    <p:sldId id="403" r:id="rId14"/>
    <p:sldId id="394" r:id="rId15"/>
    <p:sldId id="395" r:id="rId16"/>
    <p:sldId id="405" r:id="rId17"/>
    <p:sldId id="406" r:id="rId18"/>
    <p:sldId id="396" r:id="rId19"/>
    <p:sldId id="407" r:id="rId20"/>
    <p:sldId id="411" r:id="rId21"/>
    <p:sldId id="404" r:id="rId22"/>
    <p:sldId id="408" r:id="rId23"/>
    <p:sldId id="409" r:id="rId2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66073-75FD-4719-A853-D3AB792FD457}" v="1636" dt="2025-05-21T03:19:43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GES LUCIANO RODOLFO" userId="224ab6d9-70b5-4e2a-bfb3-d436487689cf" providerId="ADAL" clId="{25766073-75FD-4719-A853-D3AB792FD457}"/>
    <pc:docChg chg="undo custSel addSld delSld modSld sldOrd">
      <pc:chgData name="FAGES LUCIANO RODOLFO" userId="224ab6d9-70b5-4e2a-bfb3-d436487689cf" providerId="ADAL" clId="{25766073-75FD-4719-A853-D3AB792FD457}" dt="2025-05-21T03:21:20.211" v="3619" actId="113"/>
      <pc:docMkLst>
        <pc:docMk/>
      </pc:docMkLst>
      <pc:sldChg chg="new del">
        <pc:chgData name="FAGES LUCIANO RODOLFO" userId="224ab6d9-70b5-4e2a-bfb3-d436487689cf" providerId="ADAL" clId="{25766073-75FD-4719-A853-D3AB792FD457}" dt="2025-05-12T00:28:58.866" v="3" actId="47"/>
        <pc:sldMkLst>
          <pc:docMk/>
          <pc:sldMk cId="2031213837" sldId="256"/>
        </pc:sldMkLst>
      </pc:sldChg>
      <pc:sldChg chg="new del">
        <pc:chgData name="FAGES LUCIANO RODOLFO" userId="224ab6d9-70b5-4e2a-bfb3-d436487689cf" providerId="ADAL" clId="{25766073-75FD-4719-A853-D3AB792FD457}" dt="2025-05-12T00:27:31.920" v="1" actId="2696"/>
        <pc:sldMkLst>
          <pc:docMk/>
          <pc:sldMk cId="3195301679" sldId="256"/>
        </pc:sldMkLst>
      </pc:sldChg>
      <pc:sldChg chg="addSp modSp add mod">
        <pc:chgData name="FAGES LUCIANO RODOLFO" userId="224ab6d9-70b5-4e2a-bfb3-d436487689cf" providerId="ADAL" clId="{25766073-75FD-4719-A853-D3AB792FD457}" dt="2025-05-12T00:29:20.807" v="6" actId="207"/>
        <pc:sldMkLst>
          <pc:docMk/>
          <pc:sldMk cId="2926761157" sldId="380"/>
        </pc:sldMkLst>
        <pc:spChg chg="add mod">
          <ac:chgData name="FAGES LUCIANO RODOLFO" userId="224ab6d9-70b5-4e2a-bfb3-d436487689cf" providerId="ADAL" clId="{25766073-75FD-4719-A853-D3AB792FD457}" dt="2025-05-12T00:29:20.807" v="6" actId="207"/>
          <ac:spMkLst>
            <pc:docMk/>
            <pc:sldMk cId="2926761157" sldId="380"/>
            <ac:spMk id="4" creationId="{342614E7-7F9E-C937-6043-B65B176A634F}"/>
          </ac:spMkLst>
        </pc:spChg>
      </pc:sldChg>
      <pc:sldChg chg="addSp modSp add mod">
        <pc:chgData name="FAGES LUCIANO RODOLFO" userId="224ab6d9-70b5-4e2a-bfb3-d436487689cf" providerId="ADAL" clId="{25766073-75FD-4719-A853-D3AB792FD457}" dt="2025-05-12T00:33:09.339" v="95" actId="20577"/>
        <pc:sldMkLst>
          <pc:docMk/>
          <pc:sldMk cId="2598494105" sldId="387"/>
        </pc:sldMkLst>
        <pc:spChg chg="add mod">
          <ac:chgData name="FAGES LUCIANO RODOLFO" userId="224ab6d9-70b5-4e2a-bfb3-d436487689cf" providerId="ADAL" clId="{25766073-75FD-4719-A853-D3AB792FD457}" dt="2025-05-12T00:29:27.662" v="9" actId="1035"/>
          <ac:spMkLst>
            <pc:docMk/>
            <pc:sldMk cId="2598494105" sldId="387"/>
            <ac:spMk id="2" creationId="{E89728AB-6DE0-B75D-3227-8887A94830A9}"/>
          </ac:spMkLst>
        </pc:spChg>
        <pc:spChg chg="mod">
          <ac:chgData name="FAGES LUCIANO RODOLFO" userId="224ab6d9-70b5-4e2a-bfb3-d436487689cf" providerId="ADAL" clId="{25766073-75FD-4719-A853-D3AB792FD457}" dt="2025-05-12T00:33:09.339" v="95" actId="20577"/>
          <ac:spMkLst>
            <pc:docMk/>
            <pc:sldMk cId="2598494105" sldId="387"/>
            <ac:spMk id="4" creationId="{CE3E2130-D7C1-F577-576E-C7440415F222}"/>
          </ac:spMkLst>
        </pc:spChg>
      </pc:sldChg>
      <pc:sldChg chg="addSp modSp add mod">
        <pc:chgData name="FAGES LUCIANO RODOLFO" userId="224ab6d9-70b5-4e2a-bfb3-d436487689cf" providerId="ADAL" clId="{25766073-75FD-4719-A853-D3AB792FD457}" dt="2025-05-12T00:34:31.798" v="98" actId="14100"/>
        <pc:sldMkLst>
          <pc:docMk/>
          <pc:sldMk cId="2364234459" sldId="388"/>
        </pc:sldMkLst>
        <pc:spChg chg="add mod">
          <ac:chgData name="FAGES LUCIANO RODOLFO" userId="224ab6d9-70b5-4e2a-bfb3-d436487689cf" providerId="ADAL" clId="{25766073-75FD-4719-A853-D3AB792FD457}" dt="2025-05-12T00:29:29.326" v="10"/>
          <ac:spMkLst>
            <pc:docMk/>
            <pc:sldMk cId="2364234459" sldId="388"/>
            <ac:spMk id="2" creationId="{AD5A665D-A1CE-2709-A5D1-9EEEB15769BB}"/>
          </ac:spMkLst>
        </pc:spChg>
        <pc:spChg chg="mod">
          <ac:chgData name="FAGES LUCIANO RODOLFO" userId="224ab6d9-70b5-4e2a-bfb3-d436487689cf" providerId="ADAL" clId="{25766073-75FD-4719-A853-D3AB792FD457}" dt="2025-05-12T00:34:17.403" v="96" actId="255"/>
          <ac:spMkLst>
            <pc:docMk/>
            <pc:sldMk cId="2364234459" sldId="388"/>
            <ac:spMk id="4" creationId="{CE3E2130-D7C1-F577-576E-C7440415F222}"/>
          </ac:spMkLst>
        </pc:spChg>
        <pc:picChg chg="mod">
          <ac:chgData name="FAGES LUCIANO RODOLFO" userId="224ab6d9-70b5-4e2a-bfb3-d436487689cf" providerId="ADAL" clId="{25766073-75FD-4719-A853-D3AB792FD457}" dt="2025-05-12T00:34:31.798" v="98" actId="14100"/>
          <ac:picMkLst>
            <pc:docMk/>
            <pc:sldMk cId="2364234459" sldId="388"/>
            <ac:picMk id="5" creationId="{B490C7EB-1AAB-A7D7-9DE5-2E3C126EC371}"/>
          </ac:picMkLst>
        </pc:picChg>
      </pc:sldChg>
      <pc:sldChg chg="addSp modSp add del">
        <pc:chgData name="FAGES LUCIANO RODOLFO" userId="224ab6d9-70b5-4e2a-bfb3-d436487689cf" providerId="ADAL" clId="{25766073-75FD-4719-A853-D3AB792FD457}" dt="2025-05-12T01:31:53.140" v="1357" actId="47"/>
        <pc:sldMkLst>
          <pc:docMk/>
          <pc:sldMk cId="4000853979" sldId="389"/>
        </pc:sldMkLst>
      </pc:sldChg>
      <pc:sldChg chg="addSp delSp modSp add del mod">
        <pc:chgData name="FAGES LUCIANO RODOLFO" userId="224ab6d9-70b5-4e2a-bfb3-d436487689cf" providerId="ADAL" clId="{25766073-75FD-4719-A853-D3AB792FD457}" dt="2025-05-12T01:31:34.135" v="1355" actId="47"/>
        <pc:sldMkLst>
          <pc:docMk/>
          <pc:sldMk cId="2698721144" sldId="390"/>
        </pc:sldMkLst>
      </pc:sldChg>
      <pc:sldChg chg="addSp modSp add mod ord">
        <pc:chgData name="FAGES LUCIANO RODOLFO" userId="224ab6d9-70b5-4e2a-bfb3-d436487689cf" providerId="ADAL" clId="{25766073-75FD-4719-A853-D3AB792FD457}" dt="2025-05-12T01:16:38.976" v="808" actId="207"/>
        <pc:sldMkLst>
          <pc:docMk/>
          <pc:sldMk cId="3269050319" sldId="391"/>
        </pc:sldMkLst>
        <pc:spChg chg="add mod">
          <ac:chgData name="FAGES LUCIANO RODOLFO" userId="224ab6d9-70b5-4e2a-bfb3-d436487689cf" providerId="ADAL" clId="{25766073-75FD-4719-A853-D3AB792FD457}" dt="2025-05-12T00:29:36.344" v="14"/>
          <ac:spMkLst>
            <pc:docMk/>
            <pc:sldMk cId="3269050319" sldId="391"/>
            <ac:spMk id="2" creationId="{C8F0EF35-5C63-EFF4-B1D4-4ADDF15D30BE}"/>
          </ac:spMkLst>
        </pc:spChg>
        <pc:spChg chg="mod">
          <ac:chgData name="FAGES LUCIANO RODOLFO" userId="224ab6d9-70b5-4e2a-bfb3-d436487689cf" providerId="ADAL" clId="{25766073-75FD-4719-A853-D3AB792FD457}" dt="2025-05-12T01:16:38.976" v="808" actId="207"/>
          <ac:spMkLst>
            <pc:docMk/>
            <pc:sldMk cId="3269050319" sldId="391"/>
            <ac:spMk id="4" creationId="{CE3E2130-D7C1-F577-576E-C7440415F222}"/>
          </ac:spMkLst>
        </pc:spChg>
      </pc:sldChg>
      <pc:sldChg chg="addSp modSp add mod ord">
        <pc:chgData name="FAGES LUCIANO RODOLFO" userId="224ab6d9-70b5-4e2a-bfb3-d436487689cf" providerId="ADAL" clId="{25766073-75FD-4719-A853-D3AB792FD457}" dt="2025-05-12T01:49:07.961" v="1767" actId="20577"/>
        <pc:sldMkLst>
          <pc:docMk/>
          <pc:sldMk cId="357224858" sldId="392"/>
        </pc:sldMkLst>
        <pc:spChg chg="add mod">
          <ac:chgData name="FAGES LUCIANO RODOLFO" userId="224ab6d9-70b5-4e2a-bfb3-d436487689cf" providerId="ADAL" clId="{25766073-75FD-4719-A853-D3AB792FD457}" dt="2025-05-12T00:29:37.979" v="15"/>
          <ac:spMkLst>
            <pc:docMk/>
            <pc:sldMk cId="357224858" sldId="392"/>
            <ac:spMk id="2" creationId="{608A33DF-6A83-07BE-D66D-60DB25D2F003}"/>
          </ac:spMkLst>
        </pc:spChg>
        <pc:spChg chg="mod">
          <ac:chgData name="FAGES LUCIANO RODOLFO" userId="224ab6d9-70b5-4e2a-bfb3-d436487689cf" providerId="ADAL" clId="{25766073-75FD-4719-A853-D3AB792FD457}" dt="2025-05-12T01:49:07.961" v="1767" actId="20577"/>
          <ac:spMkLst>
            <pc:docMk/>
            <pc:sldMk cId="357224858" sldId="392"/>
            <ac:spMk id="4" creationId="{CE3E2130-D7C1-F577-576E-C7440415F222}"/>
          </ac:spMkLst>
        </pc:spChg>
      </pc:sldChg>
      <pc:sldChg chg="addSp modSp add del">
        <pc:chgData name="FAGES LUCIANO RODOLFO" userId="224ab6d9-70b5-4e2a-bfb3-d436487689cf" providerId="ADAL" clId="{25766073-75FD-4719-A853-D3AB792FD457}" dt="2025-05-12T01:31:37.231" v="1356" actId="47"/>
        <pc:sldMkLst>
          <pc:docMk/>
          <pc:sldMk cId="594862015" sldId="393"/>
        </pc:sldMkLst>
      </pc:sldChg>
      <pc:sldChg chg="addSp modSp add mod">
        <pc:chgData name="FAGES LUCIANO RODOLFO" userId="224ab6d9-70b5-4e2a-bfb3-d436487689cf" providerId="ADAL" clId="{25766073-75FD-4719-A853-D3AB792FD457}" dt="2025-05-21T03:19:43.036" v="3543" actId="20577"/>
        <pc:sldMkLst>
          <pc:docMk/>
          <pc:sldMk cId="2562063656" sldId="394"/>
        </pc:sldMkLst>
        <pc:spChg chg="add mod">
          <ac:chgData name="FAGES LUCIANO RODOLFO" userId="224ab6d9-70b5-4e2a-bfb3-d436487689cf" providerId="ADAL" clId="{25766073-75FD-4719-A853-D3AB792FD457}" dt="2025-05-12T00:29:40.046" v="16"/>
          <ac:spMkLst>
            <pc:docMk/>
            <pc:sldMk cId="2562063656" sldId="394"/>
            <ac:spMk id="2" creationId="{993752E6-31FF-F445-E4F2-2D259F3DAE10}"/>
          </ac:spMkLst>
        </pc:spChg>
        <pc:spChg chg="mod">
          <ac:chgData name="FAGES LUCIANO RODOLFO" userId="224ab6d9-70b5-4e2a-bfb3-d436487689cf" providerId="ADAL" clId="{25766073-75FD-4719-A853-D3AB792FD457}" dt="2025-05-21T03:19:43.036" v="3543" actId="20577"/>
          <ac:spMkLst>
            <pc:docMk/>
            <pc:sldMk cId="2562063656" sldId="394"/>
            <ac:spMk id="4" creationId="{1E4F0CE3-25B0-1177-C7E2-60C9D134A741}"/>
          </ac:spMkLst>
        </pc:spChg>
      </pc:sldChg>
      <pc:sldChg chg="addSp modSp add mod">
        <pc:chgData name="FAGES LUCIANO RODOLFO" userId="224ab6d9-70b5-4e2a-bfb3-d436487689cf" providerId="ADAL" clId="{25766073-75FD-4719-A853-D3AB792FD457}" dt="2025-05-13T04:31:47.373" v="3377" actId="20577"/>
        <pc:sldMkLst>
          <pc:docMk/>
          <pc:sldMk cId="1711924091" sldId="395"/>
        </pc:sldMkLst>
        <pc:spChg chg="add mod">
          <ac:chgData name="FAGES LUCIANO RODOLFO" userId="224ab6d9-70b5-4e2a-bfb3-d436487689cf" providerId="ADAL" clId="{25766073-75FD-4719-A853-D3AB792FD457}" dt="2025-05-12T02:44:53.274" v="2179" actId="1076"/>
          <ac:spMkLst>
            <pc:docMk/>
            <pc:sldMk cId="1711924091" sldId="395"/>
            <ac:spMk id="2" creationId="{7F7F7A07-D93B-1D73-ABC2-E2E79FF57A9A}"/>
          </ac:spMkLst>
        </pc:spChg>
        <pc:spChg chg="mod">
          <ac:chgData name="FAGES LUCIANO RODOLFO" userId="224ab6d9-70b5-4e2a-bfb3-d436487689cf" providerId="ADAL" clId="{25766073-75FD-4719-A853-D3AB792FD457}" dt="2025-05-13T04:31:47.373" v="3377" actId="20577"/>
          <ac:spMkLst>
            <pc:docMk/>
            <pc:sldMk cId="1711924091" sldId="395"/>
            <ac:spMk id="4" creationId="{4B517AA7-A6F0-3708-D4C0-B52808074837}"/>
          </ac:spMkLst>
        </pc:spChg>
      </pc:sldChg>
      <pc:sldChg chg="addSp modSp add mod">
        <pc:chgData name="FAGES LUCIANO RODOLFO" userId="224ab6d9-70b5-4e2a-bfb3-d436487689cf" providerId="ADAL" clId="{25766073-75FD-4719-A853-D3AB792FD457}" dt="2025-05-21T03:21:20.211" v="3619" actId="113"/>
        <pc:sldMkLst>
          <pc:docMk/>
          <pc:sldMk cId="2014015332" sldId="396"/>
        </pc:sldMkLst>
        <pc:spChg chg="add mod">
          <ac:chgData name="FAGES LUCIANO RODOLFO" userId="224ab6d9-70b5-4e2a-bfb3-d436487689cf" providerId="ADAL" clId="{25766073-75FD-4719-A853-D3AB792FD457}" dt="2025-05-12T00:29:43.693" v="18"/>
          <ac:spMkLst>
            <pc:docMk/>
            <pc:sldMk cId="2014015332" sldId="396"/>
            <ac:spMk id="2" creationId="{8540252A-DE6B-BC32-7022-32FBCE74BB65}"/>
          </ac:spMkLst>
        </pc:spChg>
        <pc:spChg chg="mod">
          <ac:chgData name="FAGES LUCIANO RODOLFO" userId="224ab6d9-70b5-4e2a-bfb3-d436487689cf" providerId="ADAL" clId="{25766073-75FD-4719-A853-D3AB792FD457}" dt="2025-05-21T03:21:20.211" v="3619" actId="113"/>
          <ac:spMkLst>
            <pc:docMk/>
            <pc:sldMk cId="2014015332" sldId="396"/>
            <ac:spMk id="4" creationId="{AC734313-E5F7-0C1F-9180-56C53D7FAAEF}"/>
          </ac:spMkLst>
        </pc:spChg>
      </pc:sldChg>
      <pc:sldChg chg="addSp delSp modSp add mod">
        <pc:chgData name="FAGES LUCIANO RODOLFO" userId="224ab6d9-70b5-4e2a-bfb3-d436487689cf" providerId="ADAL" clId="{25766073-75FD-4719-A853-D3AB792FD457}" dt="2025-05-21T03:18:53.366" v="3541" actId="6549"/>
        <pc:sldMkLst>
          <pc:docMk/>
          <pc:sldMk cId="1477205358" sldId="397"/>
        </pc:sldMkLst>
        <pc:spChg chg="mod">
          <ac:chgData name="FAGES LUCIANO RODOLFO" userId="224ab6d9-70b5-4e2a-bfb3-d436487689cf" providerId="ADAL" clId="{25766073-75FD-4719-A853-D3AB792FD457}" dt="2025-05-12T01:17:00.145" v="813" actId="207"/>
          <ac:spMkLst>
            <pc:docMk/>
            <pc:sldMk cId="1477205358" sldId="397"/>
            <ac:spMk id="4" creationId="{713B8E29-DB60-B575-FC5F-890B1CC1D1EE}"/>
          </ac:spMkLst>
        </pc:spChg>
        <pc:spChg chg="add mod">
          <ac:chgData name="FAGES LUCIANO RODOLFO" userId="224ab6d9-70b5-4e2a-bfb3-d436487689cf" providerId="ADAL" clId="{25766073-75FD-4719-A853-D3AB792FD457}" dt="2025-05-12T00:58:20.284" v="251"/>
          <ac:spMkLst>
            <pc:docMk/>
            <pc:sldMk cId="1477205358" sldId="397"/>
            <ac:spMk id="27" creationId="{AB0CD160-8E0C-1954-0D4B-581622606C46}"/>
          </ac:spMkLst>
        </pc:spChg>
        <pc:spChg chg="add mod">
          <ac:chgData name="FAGES LUCIANO RODOLFO" userId="224ab6d9-70b5-4e2a-bfb3-d436487689cf" providerId="ADAL" clId="{25766073-75FD-4719-A853-D3AB792FD457}" dt="2025-05-12T00:58:20.284" v="251"/>
          <ac:spMkLst>
            <pc:docMk/>
            <pc:sldMk cId="1477205358" sldId="397"/>
            <ac:spMk id="28" creationId="{89D8A994-0B79-0303-ADC4-449796AF0CB6}"/>
          </ac:spMkLst>
        </pc:spChg>
        <pc:spChg chg="add mod">
          <ac:chgData name="FAGES LUCIANO RODOLFO" userId="224ab6d9-70b5-4e2a-bfb3-d436487689cf" providerId="ADAL" clId="{25766073-75FD-4719-A853-D3AB792FD457}" dt="2025-05-12T00:58:20.284" v="251"/>
          <ac:spMkLst>
            <pc:docMk/>
            <pc:sldMk cId="1477205358" sldId="397"/>
            <ac:spMk id="31" creationId="{ED215D1F-E0D9-C3E9-BEBF-5373CDA72B49}"/>
          </ac:spMkLst>
        </pc:spChg>
        <pc:spChg chg="add mod">
          <ac:chgData name="FAGES LUCIANO RODOLFO" userId="224ab6d9-70b5-4e2a-bfb3-d436487689cf" providerId="ADAL" clId="{25766073-75FD-4719-A853-D3AB792FD457}" dt="2025-05-12T00:58:20.284" v="251"/>
          <ac:spMkLst>
            <pc:docMk/>
            <pc:sldMk cId="1477205358" sldId="397"/>
            <ac:spMk id="32" creationId="{B8046B53-5715-554E-5B0B-D527D97FD0B0}"/>
          </ac:spMkLst>
        </pc:spChg>
        <pc:spChg chg="add mod">
          <ac:chgData name="FAGES LUCIANO RODOLFO" userId="224ab6d9-70b5-4e2a-bfb3-d436487689cf" providerId="ADAL" clId="{25766073-75FD-4719-A853-D3AB792FD457}" dt="2025-05-21T03:18:53.366" v="3541" actId="6549"/>
          <ac:spMkLst>
            <pc:docMk/>
            <pc:sldMk cId="1477205358" sldId="397"/>
            <ac:spMk id="33" creationId="{8CFDEA06-CE0E-C8CB-85AA-A43669A0F629}"/>
          </ac:spMkLst>
        </pc:spChg>
        <pc:spChg chg="add mod">
          <ac:chgData name="FAGES LUCIANO RODOLFO" userId="224ab6d9-70b5-4e2a-bfb3-d436487689cf" providerId="ADAL" clId="{25766073-75FD-4719-A853-D3AB792FD457}" dt="2025-05-21T03:18:48.926" v="3539" actId="20577"/>
          <ac:spMkLst>
            <pc:docMk/>
            <pc:sldMk cId="1477205358" sldId="397"/>
            <ac:spMk id="34" creationId="{4CA341C3-AA43-4F11-73E8-AE7829DB2C54}"/>
          </ac:spMkLst>
        </pc:spChg>
        <pc:spChg chg="add mod">
          <ac:chgData name="FAGES LUCIANO RODOLFO" userId="224ab6d9-70b5-4e2a-bfb3-d436487689cf" providerId="ADAL" clId="{25766073-75FD-4719-A853-D3AB792FD457}" dt="2025-05-12T01:07:36.791" v="542" actId="1076"/>
          <ac:spMkLst>
            <pc:docMk/>
            <pc:sldMk cId="1477205358" sldId="397"/>
            <ac:spMk id="35" creationId="{C2555816-C219-D666-13BF-99B3F810E197}"/>
          </ac:spMkLst>
        </pc:spChg>
        <pc:inkChg chg="add mod">
          <ac:chgData name="FAGES LUCIANO RODOLFO" userId="224ab6d9-70b5-4e2a-bfb3-d436487689cf" providerId="ADAL" clId="{25766073-75FD-4719-A853-D3AB792FD457}" dt="2025-05-12T00:59:26.009" v="288" actId="1038"/>
          <ac:inkMkLst>
            <pc:docMk/>
            <pc:sldMk cId="1477205358" sldId="397"/>
            <ac:inkMk id="36" creationId="{FE845F3F-0BA4-E2A1-217C-40A860422E82}"/>
          </ac:inkMkLst>
        </pc:inkChg>
        <pc:inkChg chg="add mod">
          <ac:chgData name="FAGES LUCIANO RODOLFO" userId="224ab6d9-70b5-4e2a-bfb3-d436487689cf" providerId="ADAL" clId="{25766073-75FD-4719-A853-D3AB792FD457}" dt="2025-05-12T00:59:26.009" v="288" actId="1038"/>
          <ac:inkMkLst>
            <pc:docMk/>
            <pc:sldMk cId="1477205358" sldId="397"/>
            <ac:inkMk id="37" creationId="{6F0FF6F8-F7E2-687B-6DF8-56579FAA7935}"/>
          </ac:inkMkLst>
        </pc:inkChg>
        <pc:cxnChg chg="add mod">
          <ac:chgData name="FAGES LUCIANO RODOLFO" userId="224ab6d9-70b5-4e2a-bfb3-d436487689cf" providerId="ADAL" clId="{25766073-75FD-4719-A853-D3AB792FD457}" dt="2025-05-12T00:58:20.284" v="251"/>
          <ac:cxnSpMkLst>
            <pc:docMk/>
            <pc:sldMk cId="1477205358" sldId="397"/>
            <ac:cxnSpMk id="26" creationId="{FB25EC27-8F43-CF28-28B6-8035E84BEB86}"/>
          </ac:cxnSpMkLst>
        </pc:cxnChg>
        <pc:cxnChg chg="add mod">
          <ac:chgData name="FAGES LUCIANO RODOLFO" userId="224ab6d9-70b5-4e2a-bfb3-d436487689cf" providerId="ADAL" clId="{25766073-75FD-4719-A853-D3AB792FD457}" dt="2025-05-12T01:00:09.179" v="299" actId="1036"/>
          <ac:cxnSpMkLst>
            <pc:docMk/>
            <pc:sldMk cId="1477205358" sldId="397"/>
            <ac:cxnSpMk id="29" creationId="{76A06D20-ADAA-D926-3FE6-3D21C099EC67}"/>
          </ac:cxnSpMkLst>
        </pc:cxnChg>
        <pc:cxnChg chg="add mod">
          <ac:chgData name="FAGES LUCIANO RODOLFO" userId="224ab6d9-70b5-4e2a-bfb3-d436487689cf" providerId="ADAL" clId="{25766073-75FD-4719-A853-D3AB792FD457}" dt="2025-05-12T00:58:20.284" v="251"/>
          <ac:cxnSpMkLst>
            <pc:docMk/>
            <pc:sldMk cId="1477205358" sldId="397"/>
            <ac:cxnSpMk id="30" creationId="{8368214E-7B25-618F-EA40-FD2456459526}"/>
          </ac:cxnSpMkLst>
        </pc:cxnChg>
      </pc:sldChg>
      <pc:sldChg chg="delSp modSp add mod">
        <pc:chgData name="FAGES LUCIANO RODOLFO" userId="224ab6d9-70b5-4e2a-bfb3-d436487689cf" providerId="ADAL" clId="{25766073-75FD-4719-A853-D3AB792FD457}" dt="2025-05-12T01:33:13.575" v="1469" actId="6549"/>
        <pc:sldMkLst>
          <pc:docMk/>
          <pc:sldMk cId="1938111045" sldId="398"/>
        </pc:sldMkLst>
        <pc:spChg chg="mod">
          <ac:chgData name="FAGES LUCIANO RODOLFO" userId="224ab6d9-70b5-4e2a-bfb3-d436487689cf" providerId="ADAL" clId="{25766073-75FD-4719-A853-D3AB792FD457}" dt="2025-05-12T01:33:13.575" v="1469" actId="6549"/>
          <ac:spMkLst>
            <pc:docMk/>
            <pc:sldMk cId="1938111045" sldId="398"/>
            <ac:spMk id="4" creationId="{401BC606-123E-EE8D-0283-957DADF8DE06}"/>
          </ac:spMkLst>
        </pc:spChg>
      </pc:sldChg>
      <pc:sldChg chg="addSp delSp modSp add mod">
        <pc:chgData name="FAGES LUCIANO RODOLFO" userId="224ab6d9-70b5-4e2a-bfb3-d436487689cf" providerId="ADAL" clId="{25766073-75FD-4719-A853-D3AB792FD457}" dt="2025-05-12T01:30:30.393" v="1354" actId="1076"/>
        <pc:sldMkLst>
          <pc:docMk/>
          <pc:sldMk cId="1672068170" sldId="399"/>
        </pc:sldMkLst>
        <pc:spChg chg="mod">
          <ac:chgData name="FAGES LUCIANO RODOLFO" userId="224ab6d9-70b5-4e2a-bfb3-d436487689cf" providerId="ADAL" clId="{25766073-75FD-4719-A853-D3AB792FD457}" dt="2025-05-12T01:30:08.027" v="1352" actId="20577"/>
          <ac:spMkLst>
            <pc:docMk/>
            <pc:sldMk cId="1672068170" sldId="399"/>
            <ac:spMk id="4" creationId="{F2E39EFD-D957-248F-4A0C-C405CB687ACF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6" creationId="{750C481F-FA6F-6BDB-86A7-94F2E51CB695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7" creationId="{5245466B-276A-760A-F5A0-662A0AE2133F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8" creationId="{4CCAE8F7-D0CD-65AC-B371-18A06C419530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9" creationId="{66D09D82-C93F-93AE-2537-65D548DFA4F1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12" creationId="{CB1F9937-EF3E-D134-79BE-1140199E0168}"/>
          </ac:spMkLst>
        </pc:spChg>
        <pc:spChg chg="add mod">
          <ac:chgData name="FAGES LUCIANO RODOLFO" userId="224ab6d9-70b5-4e2a-bfb3-d436487689cf" providerId="ADAL" clId="{25766073-75FD-4719-A853-D3AB792FD457}" dt="2025-05-12T01:30:23.369" v="1353" actId="164"/>
          <ac:spMkLst>
            <pc:docMk/>
            <pc:sldMk cId="1672068170" sldId="399"/>
            <ac:spMk id="13" creationId="{090E74F3-83FC-0801-9983-E1A75F3B29D4}"/>
          </ac:spMkLst>
        </pc:spChg>
        <pc:grpChg chg="add mod">
          <ac:chgData name="FAGES LUCIANO RODOLFO" userId="224ab6d9-70b5-4e2a-bfb3-d436487689cf" providerId="ADAL" clId="{25766073-75FD-4719-A853-D3AB792FD457}" dt="2025-05-12T01:30:30.393" v="1354" actId="1076"/>
          <ac:grpSpMkLst>
            <pc:docMk/>
            <pc:sldMk cId="1672068170" sldId="399"/>
            <ac:grpSpMk id="14" creationId="{91F325B2-159E-7277-7F4D-8E69C8F80F3A}"/>
          </ac:grpSpMkLst>
        </pc:grpChg>
      </pc:sldChg>
      <pc:sldChg chg="addSp delSp modSp add mod">
        <pc:chgData name="FAGES LUCIANO RODOLFO" userId="224ab6d9-70b5-4e2a-bfb3-d436487689cf" providerId="ADAL" clId="{25766073-75FD-4719-A853-D3AB792FD457}" dt="2025-05-12T01:48:29.694" v="1754" actId="1076"/>
        <pc:sldMkLst>
          <pc:docMk/>
          <pc:sldMk cId="1466183062" sldId="400"/>
        </pc:sldMkLst>
        <pc:spChg chg="mod">
          <ac:chgData name="FAGES LUCIANO RODOLFO" userId="224ab6d9-70b5-4e2a-bfb3-d436487689cf" providerId="ADAL" clId="{25766073-75FD-4719-A853-D3AB792FD457}" dt="2025-05-12T01:48:29.694" v="1754" actId="1076"/>
          <ac:spMkLst>
            <pc:docMk/>
            <pc:sldMk cId="1466183062" sldId="400"/>
            <ac:spMk id="2" creationId="{F09D7C69-210A-32C1-6EA5-9D2F569A1D2B}"/>
          </ac:spMkLst>
        </pc:spChg>
        <pc:spChg chg="add mod">
          <ac:chgData name="FAGES LUCIANO RODOLFO" userId="224ab6d9-70b5-4e2a-bfb3-d436487689cf" providerId="ADAL" clId="{25766073-75FD-4719-A853-D3AB792FD457}" dt="2025-05-12T01:43:58.371" v="1658" actId="207"/>
          <ac:spMkLst>
            <pc:docMk/>
            <pc:sldMk cId="1466183062" sldId="400"/>
            <ac:spMk id="7" creationId="{5D62F738-7F2B-384C-6327-6BE830BEE251}"/>
          </ac:spMkLst>
        </pc:spChg>
        <pc:picChg chg="add mod">
          <ac:chgData name="FAGES LUCIANO RODOLFO" userId="224ab6d9-70b5-4e2a-bfb3-d436487689cf" providerId="ADAL" clId="{25766073-75FD-4719-A853-D3AB792FD457}" dt="2025-05-12T01:40:06.082" v="1477" actId="1076"/>
          <ac:picMkLst>
            <pc:docMk/>
            <pc:sldMk cId="1466183062" sldId="400"/>
            <ac:picMk id="6" creationId="{4C43005B-A282-26A4-1B0B-BD2AD37F75BB}"/>
          </ac:picMkLst>
        </pc:picChg>
      </pc:sldChg>
      <pc:sldChg chg="addSp delSp modSp add mod ord">
        <pc:chgData name="FAGES LUCIANO RODOLFO" userId="224ab6d9-70b5-4e2a-bfb3-d436487689cf" providerId="ADAL" clId="{25766073-75FD-4719-A853-D3AB792FD457}" dt="2025-05-12T01:59:41.270" v="1902" actId="1076"/>
        <pc:sldMkLst>
          <pc:docMk/>
          <pc:sldMk cId="3167511610" sldId="401"/>
        </pc:sldMkLst>
        <pc:spChg chg="add mod">
          <ac:chgData name="FAGES LUCIANO RODOLFO" userId="224ab6d9-70b5-4e2a-bfb3-d436487689cf" providerId="ADAL" clId="{25766073-75FD-4719-A853-D3AB792FD457}" dt="2025-05-12T01:57:56.836" v="1881" actId="692"/>
          <ac:spMkLst>
            <pc:docMk/>
            <pc:sldMk cId="3167511610" sldId="401"/>
            <ac:spMk id="10" creationId="{718C31A1-B203-DDE6-7796-2432269DB16C}"/>
          </ac:spMkLst>
        </pc:spChg>
        <pc:spChg chg="add mod">
          <ac:chgData name="FAGES LUCIANO RODOLFO" userId="224ab6d9-70b5-4e2a-bfb3-d436487689cf" providerId="ADAL" clId="{25766073-75FD-4719-A853-D3AB792FD457}" dt="2025-05-12T01:59:40.579" v="1901" actId="113"/>
          <ac:spMkLst>
            <pc:docMk/>
            <pc:sldMk cId="3167511610" sldId="401"/>
            <ac:spMk id="11" creationId="{7412F420-3D3F-8207-5BCF-FE95AF04D432}"/>
          </ac:spMkLst>
        </pc:spChg>
        <pc:picChg chg="add mod">
          <ac:chgData name="FAGES LUCIANO RODOLFO" userId="224ab6d9-70b5-4e2a-bfb3-d436487689cf" providerId="ADAL" clId="{25766073-75FD-4719-A853-D3AB792FD457}" dt="2025-05-12T01:53:08.967" v="1775" actId="1076"/>
          <ac:picMkLst>
            <pc:docMk/>
            <pc:sldMk cId="3167511610" sldId="401"/>
            <ac:picMk id="5" creationId="{0106479F-CD2B-1D0A-8E69-130E73E14A85}"/>
          </ac:picMkLst>
        </pc:picChg>
        <pc:picChg chg="add mod">
          <ac:chgData name="FAGES LUCIANO RODOLFO" userId="224ab6d9-70b5-4e2a-bfb3-d436487689cf" providerId="ADAL" clId="{25766073-75FD-4719-A853-D3AB792FD457}" dt="2025-05-12T01:59:41.270" v="1902" actId="1076"/>
          <ac:picMkLst>
            <pc:docMk/>
            <pc:sldMk cId="3167511610" sldId="401"/>
            <ac:picMk id="9" creationId="{A8ACE293-0B37-88FB-8ED9-21230E37703F}"/>
          </ac:picMkLst>
        </pc:picChg>
      </pc:sldChg>
      <pc:sldChg chg="addSp delSp modSp add mod ord">
        <pc:chgData name="FAGES LUCIANO RODOLFO" userId="224ab6d9-70b5-4e2a-bfb3-d436487689cf" providerId="ADAL" clId="{25766073-75FD-4719-A853-D3AB792FD457}" dt="2025-05-13T12:07:21.019" v="3392" actId="1076"/>
        <pc:sldMkLst>
          <pc:docMk/>
          <pc:sldMk cId="4083946812" sldId="402"/>
        </pc:sldMkLst>
        <pc:spChg chg="mod">
          <ac:chgData name="FAGES LUCIANO RODOLFO" userId="224ab6d9-70b5-4e2a-bfb3-d436487689cf" providerId="ADAL" clId="{25766073-75FD-4719-A853-D3AB792FD457}" dt="2025-05-13T12:07:21.019" v="3392" actId="1076"/>
          <ac:spMkLst>
            <pc:docMk/>
            <pc:sldMk cId="4083946812" sldId="402"/>
            <ac:spMk id="2" creationId="{BB9BC4E7-B642-39D7-4D13-656619AFD06A}"/>
          </ac:spMkLst>
        </pc:spChg>
        <pc:picChg chg="add mod">
          <ac:chgData name="FAGES LUCIANO RODOLFO" userId="224ab6d9-70b5-4e2a-bfb3-d436487689cf" providerId="ADAL" clId="{25766073-75FD-4719-A853-D3AB792FD457}" dt="2025-05-13T12:07:16.164" v="3391" actId="1076"/>
          <ac:picMkLst>
            <pc:docMk/>
            <pc:sldMk cId="4083946812" sldId="402"/>
            <ac:picMk id="8" creationId="{7B128261-2C3A-9518-785C-7819D6557BF0}"/>
          </ac:picMkLst>
        </pc:picChg>
      </pc:sldChg>
      <pc:sldChg chg="addSp delSp modSp add mod setBg">
        <pc:chgData name="FAGES LUCIANO RODOLFO" userId="224ab6d9-70b5-4e2a-bfb3-d436487689cf" providerId="ADAL" clId="{25766073-75FD-4719-A853-D3AB792FD457}" dt="2025-05-13T04:31:33.641" v="3375" actId="20577"/>
        <pc:sldMkLst>
          <pc:docMk/>
          <pc:sldMk cId="2077305321" sldId="403"/>
        </pc:sldMkLst>
        <pc:spChg chg="mod">
          <ac:chgData name="FAGES LUCIANO RODOLFO" userId="224ab6d9-70b5-4e2a-bfb3-d436487689cf" providerId="ADAL" clId="{25766073-75FD-4719-A853-D3AB792FD457}" dt="2025-05-12T02:04:23.499" v="2025" actId="26606"/>
          <ac:spMkLst>
            <pc:docMk/>
            <pc:sldMk cId="2077305321" sldId="403"/>
            <ac:spMk id="2" creationId="{85FE3F15-1686-A465-2369-031F8AEA5181}"/>
          </ac:spMkLst>
        </pc:spChg>
        <pc:spChg chg="mod ord">
          <ac:chgData name="FAGES LUCIANO RODOLFO" userId="224ab6d9-70b5-4e2a-bfb3-d436487689cf" providerId="ADAL" clId="{25766073-75FD-4719-A853-D3AB792FD457}" dt="2025-05-12T02:04:23.499" v="2025" actId="26606"/>
          <ac:spMkLst>
            <pc:docMk/>
            <pc:sldMk cId="2077305321" sldId="403"/>
            <ac:spMk id="3" creationId="{79B3C192-4EAA-CA6E-9505-C1608ADAD206}"/>
          </ac:spMkLst>
        </pc:spChg>
        <pc:spChg chg="mod">
          <ac:chgData name="FAGES LUCIANO RODOLFO" userId="224ab6d9-70b5-4e2a-bfb3-d436487689cf" providerId="ADAL" clId="{25766073-75FD-4719-A853-D3AB792FD457}" dt="2025-05-12T02:04:23.499" v="2025" actId="26606"/>
          <ac:spMkLst>
            <pc:docMk/>
            <pc:sldMk cId="2077305321" sldId="403"/>
            <ac:spMk id="4" creationId="{9472FAA2-CC4F-CF2E-EDFF-C6D0B1298072}"/>
          </ac:spMkLst>
        </pc:spChg>
        <pc:spChg chg="add mod">
          <ac:chgData name="FAGES LUCIANO RODOLFO" userId="224ab6d9-70b5-4e2a-bfb3-d436487689cf" providerId="ADAL" clId="{25766073-75FD-4719-A853-D3AB792FD457}" dt="2025-05-13T04:31:33.641" v="3375" actId="20577"/>
          <ac:spMkLst>
            <pc:docMk/>
            <pc:sldMk cId="2077305321" sldId="403"/>
            <ac:spMk id="7" creationId="{4762DA8F-E385-0118-F24A-05DBAD117D7B}"/>
          </ac:spMkLst>
        </pc:spChg>
        <pc:picChg chg="add mod">
          <ac:chgData name="FAGES LUCIANO RODOLFO" userId="224ab6d9-70b5-4e2a-bfb3-d436487689cf" providerId="ADAL" clId="{25766073-75FD-4719-A853-D3AB792FD457}" dt="2025-05-12T02:04:28.180" v="2027" actId="1076"/>
          <ac:picMkLst>
            <pc:docMk/>
            <pc:sldMk cId="2077305321" sldId="403"/>
            <ac:picMk id="6" creationId="{ED66A234-3A36-AAA9-AF5A-0AC0D261CDE1}"/>
          </ac:picMkLst>
        </pc:picChg>
      </pc:sldChg>
      <pc:sldChg chg="addSp delSp modSp add mod ord">
        <pc:chgData name="FAGES LUCIANO RODOLFO" userId="224ab6d9-70b5-4e2a-bfb3-d436487689cf" providerId="ADAL" clId="{25766073-75FD-4719-A853-D3AB792FD457}" dt="2025-05-18T23:49:08.197" v="3394"/>
        <pc:sldMkLst>
          <pc:docMk/>
          <pc:sldMk cId="578748685" sldId="404"/>
        </pc:sldMkLst>
        <pc:spChg chg="add mod">
          <ac:chgData name="FAGES LUCIANO RODOLFO" userId="224ab6d9-70b5-4e2a-bfb3-d436487689cf" providerId="ADAL" clId="{25766073-75FD-4719-A853-D3AB792FD457}" dt="2025-05-12T03:01:58.091" v="2503" actId="21"/>
          <ac:spMkLst>
            <pc:docMk/>
            <pc:sldMk cId="578748685" sldId="404"/>
            <ac:spMk id="7" creationId="{6EC05D7A-9948-A746-2B70-3FE2ABBB5064}"/>
          </ac:spMkLst>
        </pc:spChg>
        <pc:picChg chg="add mod">
          <ac:chgData name="FAGES LUCIANO RODOLFO" userId="224ab6d9-70b5-4e2a-bfb3-d436487689cf" providerId="ADAL" clId="{25766073-75FD-4719-A853-D3AB792FD457}" dt="2025-05-12T02:56:21.539" v="2185" actId="1076"/>
          <ac:picMkLst>
            <pc:docMk/>
            <pc:sldMk cId="578748685" sldId="404"/>
            <ac:picMk id="6" creationId="{EEA57A13-FEF1-1A7D-0FB4-E8BF70FE84B2}"/>
          </ac:picMkLst>
        </pc:picChg>
      </pc:sldChg>
      <pc:sldChg chg="new del">
        <pc:chgData name="FAGES LUCIANO RODOLFO" userId="224ab6d9-70b5-4e2a-bfb3-d436487689cf" providerId="ADAL" clId="{25766073-75FD-4719-A853-D3AB792FD457}" dt="2025-05-12T02:39:42.602" v="2105" actId="680"/>
        <pc:sldMkLst>
          <pc:docMk/>
          <pc:sldMk cId="2030394517" sldId="404"/>
        </pc:sldMkLst>
      </pc:sldChg>
      <pc:sldChg chg="addSp delSp modSp add mod">
        <pc:chgData name="FAGES LUCIANO RODOLFO" userId="224ab6d9-70b5-4e2a-bfb3-d436487689cf" providerId="ADAL" clId="{25766073-75FD-4719-A853-D3AB792FD457}" dt="2025-05-18T23:49:28.546" v="3395" actId="113"/>
        <pc:sldMkLst>
          <pc:docMk/>
          <pc:sldMk cId="2359232803" sldId="405"/>
        </pc:sldMkLst>
        <pc:spChg chg="add mod">
          <ac:chgData name="FAGES LUCIANO RODOLFO" userId="224ab6d9-70b5-4e2a-bfb3-d436487689cf" providerId="ADAL" clId="{25766073-75FD-4719-A853-D3AB792FD457}" dt="2025-05-18T23:49:28.546" v="3395" actId="113"/>
          <ac:spMkLst>
            <pc:docMk/>
            <pc:sldMk cId="2359232803" sldId="405"/>
            <ac:spMk id="9" creationId="{B8364A47-31E6-2BCE-5104-CC3505EDE78B}"/>
          </ac:spMkLst>
        </pc:spChg>
        <pc:picChg chg="add mod">
          <ac:chgData name="FAGES LUCIANO RODOLFO" userId="224ab6d9-70b5-4e2a-bfb3-d436487689cf" providerId="ADAL" clId="{25766073-75FD-4719-A853-D3AB792FD457}" dt="2025-05-12T03:03:04.032" v="2508" actId="1076"/>
          <ac:picMkLst>
            <pc:docMk/>
            <pc:sldMk cId="2359232803" sldId="405"/>
            <ac:picMk id="5" creationId="{0B93AD28-810B-7E6D-735C-5156B60B4A41}"/>
          </ac:picMkLst>
        </pc:picChg>
      </pc:sldChg>
      <pc:sldChg chg="delSp modSp add mod ord">
        <pc:chgData name="FAGES LUCIANO RODOLFO" userId="224ab6d9-70b5-4e2a-bfb3-d436487689cf" providerId="ADAL" clId="{25766073-75FD-4719-A853-D3AB792FD457}" dt="2025-05-12T03:43:05.447" v="3164"/>
        <pc:sldMkLst>
          <pc:docMk/>
          <pc:sldMk cId="1481632573" sldId="406"/>
        </pc:sldMkLst>
        <pc:spChg chg="mod">
          <ac:chgData name="FAGES LUCIANO RODOLFO" userId="224ab6d9-70b5-4e2a-bfb3-d436487689cf" providerId="ADAL" clId="{25766073-75FD-4719-A853-D3AB792FD457}" dt="2025-05-12T03:11:33.835" v="2762" actId="20577"/>
          <ac:spMkLst>
            <pc:docMk/>
            <pc:sldMk cId="1481632573" sldId="406"/>
            <ac:spMk id="9" creationId="{1930B737-023C-B4A9-6DE0-CAF90164F007}"/>
          </ac:spMkLst>
        </pc:spChg>
      </pc:sldChg>
      <pc:sldChg chg="modSp add mod">
        <pc:chgData name="FAGES LUCIANO RODOLFO" userId="224ab6d9-70b5-4e2a-bfb3-d436487689cf" providerId="ADAL" clId="{25766073-75FD-4719-A853-D3AB792FD457}" dt="2025-05-12T03:16:04.162" v="2908" actId="20577"/>
        <pc:sldMkLst>
          <pc:docMk/>
          <pc:sldMk cId="1863729652" sldId="407"/>
        </pc:sldMkLst>
        <pc:spChg chg="mod">
          <ac:chgData name="FAGES LUCIANO RODOLFO" userId="224ab6d9-70b5-4e2a-bfb3-d436487689cf" providerId="ADAL" clId="{25766073-75FD-4719-A853-D3AB792FD457}" dt="2025-05-12T03:16:04.162" v="2908" actId="20577"/>
          <ac:spMkLst>
            <pc:docMk/>
            <pc:sldMk cId="1863729652" sldId="407"/>
            <ac:spMk id="4" creationId="{E556A978-3FCB-2429-24E1-25E11CDC4E5C}"/>
          </ac:spMkLst>
        </pc:spChg>
      </pc:sldChg>
      <pc:sldChg chg="modSp add mod ord">
        <pc:chgData name="FAGES LUCIANO RODOLFO" userId="224ab6d9-70b5-4e2a-bfb3-d436487689cf" providerId="ADAL" clId="{25766073-75FD-4719-A853-D3AB792FD457}" dt="2025-05-20T14:17:24.415" v="3534" actId="20577"/>
        <pc:sldMkLst>
          <pc:docMk/>
          <pc:sldMk cId="2592484124" sldId="408"/>
        </pc:sldMkLst>
        <pc:spChg chg="mod">
          <ac:chgData name="FAGES LUCIANO RODOLFO" userId="224ab6d9-70b5-4e2a-bfb3-d436487689cf" providerId="ADAL" clId="{25766073-75FD-4719-A853-D3AB792FD457}" dt="2025-05-12T03:22:06.257" v="3152" actId="1076"/>
          <ac:spMkLst>
            <pc:docMk/>
            <pc:sldMk cId="2592484124" sldId="408"/>
            <ac:spMk id="2" creationId="{5420B65C-7192-B1AE-7594-4F6530DB440B}"/>
          </ac:spMkLst>
        </pc:spChg>
        <pc:spChg chg="mod">
          <ac:chgData name="FAGES LUCIANO RODOLFO" userId="224ab6d9-70b5-4e2a-bfb3-d436487689cf" providerId="ADAL" clId="{25766073-75FD-4719-A853-D3AB792FD457}" dt="2025-05-20T14:17:24.415" v="3534" actId="20577"/>
          <ac:spMkLst>
            <pc:docMk/>
            <pc:sldMk cId="2592484124" sldId="408"/>
            <ac:spMk id="4" creationId="{A9913AFD-88FD-FFE1-6F01-E923AC69CFCA}"/>
          </ac:spMkLst>
        </pc:spChg>
      </pc:sldChg>
      <pc:sldChg chg="addSp modSp new mod">
        <pc:chgData name="FAGES LUCIANO RODOLFO" userId="224ab6d9-70b5-4e2a-bfb3-d436487689cf" providerId="ADAL" clId="{25766073-75FD-4719-A853-D3AB792FD457}" dt="2025-05-12T03:22:49.930" v="3156" actId="14100"/>
        <pc:sldMkLst>
          <pc:docMk/>
          <pc:sldMk cId="340589147" sldId="409"/>
        </pc:sldMkLst>
        <pc:spChg chg="add mod">
          <ac:chgData name="FAGES LUCIANO RODOLFO" userId="224ab6d9-70b5-4e2a-bfb3-d436487689cf" providerId="ADAL" clId="{25766073-75FD-4719-A853-D3AB792FD457}" dt="2025-05-12T03:22:09.143" v="3153"/>
          <ac:spMkLst>
            <pc:docMk/>
            <pc:sldMk cId="340589147" sldId="409"/>
            <ac:spMk id="2" creationId="{F52E9C7C-DB60-F5DC-86E7-55A2C907A062}"/>
          </ac:spMkLst>
        </pc:spChg>
        <pc:picChg chg="add mod">
          <ac:chgData name="FAGES LUCIANO RODOLFO" userId="224ab6d9-70b5-4e2a-bfb3-d436487689cf" providerId="ADAL" clId="{25766073-75FD-4719-A853-D3AB792FD457}" dt="2025-05-12T03:22:49.930" v="3156" actId="14100"/>
          <ac:picMkLst>
            <pc:docMk/>
            <pc:sldMk cId="340589147" sldId="409"/>
            <ac:picMk id="4" creationId="{F99C58CA-9025-A6F2-6ED4-F00629FAB516}"/>
          </ac:picMkLst>
        </pc:picChg>
      </pc:sldChg>
      <pc:sldChg chg="addSp delSp modSp new del mod modAnim">
        <pc:chgData name="FAGES LUCIANO RODOLFO" userId="224ab6d9-70b5-4e2a-bfb3-d436487689cf" providerId="ADAL" clId="{25766073-75FD-4719-A853-D3AB792FD457}" dt="2025-05-20T14:15:03.325" v="3396" actId="2696"/>
        <pc:sldMkLst>
          <pc:docMk/>
          <pc:sldMk cId="159714939" sldId="410"/>
        </pc:sldMkLst>
      </pc:sldChg>
      <pc:sldChg chg="new del">
        <pc:chgData name="FAGES LUCIANO RODOLFO" userId="224ab6d9-70b5-4e2a-bfb3-d436487689cf" providerId="ADAL" clId="{25766073-75FD-4719-A853-D3AB792FD457}" dt="2025-05-12T03:39:30.353" v="3162" actId="47"/>
        <pc:sldMkLst>
          <pc:docMk/>
          <pc:sldMk cId="1508840651" sldId="411"/>
        </pc:sldMkLst>
      </pc:sldChg>
      <pc:sldChg chg="modSp add mod">
        <pc:chgData name="FAGES LUCIANO RODOLFO" userId="224ab6d9-70b5-4e2a-bfb3-d436487689cf" providerId="ADAL" clId="{25766073-75FD-4719-A853-D3AB792FD457}" dt="2025-05-12T03:44:28.471" v="3221" actId="14100"/>
        <pc:sldMkLst>
          <pc:docMk/>
          <pc:sldMk cId="2366583352" sldId="411"/>
        </pc:sldMkLst>
        <pc:spChg chg="mod">
          <ac:chgData name="FAGES LUCIANO RODOLFO" userId="224ab6d9-70b5-4e2a-bfb3-d436487689cf" providerId="ADAL" clId="{25766073-75FD-4719-A853-D3AB792FD457}" dt="2025-05-12T03:44:28.471" v="3221" actId="14100"/>
          <ac:spMkLst>
            <pc:docMk/>
            <pc:sldMk cId="2366583352" sldId="411"/>
            <ac:spMk id="9" creationId="{DF0D7F95-EB93-4BF6-A1CF-31DFD379305D}"/>
          </ac:spMkLst>
        </pc:spChg>
      </pc:sldChg>
      <pc:sldChg chg="addSp modSp new del mod">
        <pc:chgData name="FAGES LUCIANO RODOLFO" userId="224ab6d9-70b5-4e2a-bfb3-d436487689cf" providerId="ADAL" clId="{25766073-75FD-4719-A853-D3AB792FD457}" dt="2025-05-13T04:34:47.471" v="3383" actId="47"/>
        <pc:sldMkLst>
          <pc:docMk/>
          <pc:sldMk cId="1955277800" sldId="412"/>
        </pc:sldMkLst>
      </pc:sldChg>
      <pc:sldChg chg="add">
        <pc:chgData name="FAGES LUCIANO RODOLFO" userId="224ab6d9-70b5-4e2a-bfb3-d436487689cf" providerId="ADAL" clId="{25766073-75FD-4719-A853-D3AB792FD457}" dt="2025-05-13T12:05:51.176" v="3384" actId="2890"/>
        <pc:sldMkLst>
          <pc:docMk/>
          <pc:sldMk cId="3945169019" sldId="412"/>
        </pc:sldMkLst>
      </pc:sldChg>
      <pc:sldChg chg="addSp modSp new del">
        <pc:chgData name="FAGES LUCIANO RODOLFO" userId="224ab6d9-70b5-4e2a-bfb3-d436487689cf" providerId="ADAL" clId="{25766073-75FD-4719-A853-D3AB792FD457}" dt="2025-05-20T14:23:14.253" v="3537" actId="47"/>
        <pc:sldMkLst>
          <pc:docMk/>
          <pc:sldMk cId="2621126859" sldId="413"/>
        </pc:sldMkLst>
        <pc:spChg chg="add mod">
          <ac:chgData name="FAGES LUCIANO RODOLFO" userId="224ab6d9-70b5-4e2a-bfb3-d436487689cf" providerId="ADAL" clId="{25766073-75FD-4719-A853-D3AB792FD457}" dt="2025-05-20T14:17:44.027" v="3536"/>
          <ac:spMkLst>
            <pc:docMk/>
            <pc:sldMk cId="2621126859" sldId="413"/>
            <ac:spMk id="2" creationId="{6F6E5D6D-CDAE-76E5-FA93-12DA3EB61D4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2T00:59:03.19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2T00:59:03.1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9B8AC-72D8-4847-9D82-AD5D568FF681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947F1C-C842-4C5C-AB69-6F9C56F8A3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149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47F1C-C842-4C5C-AB69-6F9C56F8A395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9283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250FF-1AF6-218F-4846-4FABFD30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5A397D-8C8C-E103-57AC-8E6AB6378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8F6378-129B-9B81-3A3B-794A95505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9C43AF-8D74-871E-2369-C1D45FBDF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47F1C-C842-4C5C-AB69-6F9C56F8A39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3105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EAFCB-57CF-9CE9-3058-A8A3FAD2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0156AE-6E6C-D1BF-1B69-311122366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2985F1-2480-6860-2963-AADE1464A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38DFD2-91B1-C56C-CE3D-36BADED05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947F1C-C842-4C5C-AB69-6F9C56F8A39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36541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28704-EB62-6009-E4C3-484197783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AB0DB-90F3-3176-FF55-836DC27B3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F16791-8E23-0557-C768-4B98A84D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2F5113-2544-DA97-C209-B61A85F06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8EA55E-634E-A842-26E9-834C857B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618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E2EF2-68D5-7455-E50B-D0D132AF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32F49-CCD3-807E-F611-63C6618AF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9AAB3F-B0BE-C2B0-7C20-AD88AFFF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B4A85-0717-A5E1-8085-35C42A84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97167E-0482-A40C-1DE5-4FCE9694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3830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97A6A-D597-B21D-C2D3-A7B65EAED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4BC97C-E4A8-AE88-43E5-C5B74BEF1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CDC3F-DC73-6878-CE11-E003A41C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EDDE92-98CF-8BFD-6F8A-183EA7850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7AE46F-1FE7-F351-3E4E-12792648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7580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28689-78BE-E23D-CF71-4AD5FDBF7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2CB06-EEEB-B1D4-79DD-B10B0554F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7DC3C7-3D5A-E389-9121-3646D186C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4A7100-FEBC-A366-D9CA-C328D397E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677CD6-D68E-83B8-6416-882734C3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40CD7F-E129-782A-2016-C5A1219C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0257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03620-773B-6E04-3665-2BAB634E6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B4320B-65DA-B58B-C3D8-60007BBB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984184-02B5-639D-1FD5-AF8F1E4CD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279915-832B-E0E5-9986-75599906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EA9642-CDBD-A767-672D-B8947CD66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2ACBF4-47F1-0939-62A6-1F5ED40A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C17FDF-725F-D24D-4399-DF320971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7BBBB3C-0CAA-E710-6DF2-74FBBC1E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970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C09FA-5CB4-8778-EFFD-79B96B95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1FEABD-6CDD-0885-3732-FCB8FD3B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E18FEA-FDA4-77F8-8C50-C6B954EA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DB6AEA8-3EE2-B4BF-1B1C-046D7D9CC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0129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987405-4D82-27A8-4CF3-06FB0A6D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E0C0D5-938B-5B8A-332A-023BE791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43599D-6EF2-2342-1984-19B7D3F8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8940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1F52E-56E5-C86C-F9EA-6C55BCC57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92A2C3-A464-903C-0490-1DDB49E6C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4E4EC6-2B52-9997-80CC-FF0C3070C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E75D0C-70B5-26CA-21F4-272A8CB2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CB5098-7104-3794-997F-CE191AB85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AB63F4-1BAC-3F93-DC15-9BB8EF4A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458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057D6-780C-F0D2-A0AD-9E81B562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4EE789-C87D-F823-26A6-07529CA91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C37958-B767-E6F9-280E-68E0AD59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263E1D-6946-9F85-39E7-2DFDF2A8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EB41DC-9EFC-96F3-0A03-2F9F00BC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9FA144-03E8-0654-E923-AD576A0C3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907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CD0A2-A215-704D-1D9B-2B0C4D4E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B5607B-AF74-FABC-C7D4-BB118D50B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2D727-B6BB-5050-0327-859F2960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77E768-7167-675B-BAEC-4555DBB4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7D6B5B-A785-2DA0-3FB9-DC7E20A1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92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4E0F88F-33AC-FE83-0C63-D43869DA5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E90DD2-853C-DF56-16CA-9C9F8661E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A3F175-A0DD-5DF7-9C19-8ACB6CA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A7EAE2-20FD-EDAF-A207-F8D68898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5A450C-70EA-2E94-EAF6-94B99633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525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D10038-9FDB-975A-E344-9CDC0F73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04C7F7-44C2-B2F6-EFA4-9CB8BF867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F590B-2C02-5003-89A1-1B062E771A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DB404-15C8-4B4A-9403-53946868E2C0}" type="datetimeFigureOut">
              <a:rPr lang="es-AR" smtClean="0"/>
              <a:t>21/5/2025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833565-CA78-CED7-3602-633A7522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179760-7804-082F-CF34-44C56F224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AA793-AD21-4AA9-89AA-AD86CFB2A1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147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customXml" Target="../ink/ink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62A709-094D-808A-764D-4BBFA82F85D4}"/>
              </a:ext>
            </a:extLst>
          </p:cNvPr>
          <p:cNvSpPr txBox="1"/>
          <p:nvPr/>
        </p:nvSpPr>
        <p:spPr>
          <a:xfrm>
            <a:off x="1405821" y="2248161"/>
            <a:ext cx="712751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5000">
                <a:latin typeface="Berlin Sans FB Demi" panose="020E0802020502020306" pitchFamily="34" charset="0"/>
                <a:cs typeface="Aharoni" panose="02010803020104030203" pitchFamily="2" charset="-79"/>
              </a:rPr>
              <a:t>INTEGRALES</a:t>
            </a:r>
          </a:p>
          <a:p>
            <a:pPr algn="ctr"/>
            <a:endParaRPr lang="es-AR" sz="5000">
              <a:latin typeface="Berlin Sans FB Demi" panose="020E0802020502020306" pitchFamily="34" charset="0"/>
              <a:cs typeface="Aharoni" panose="02010803020104030203" pitchFamily="2" charset="-79"/>
            </a:endParaRPr>
          </a:p>
          <a:p>
            <a:pPr algn="ctr"/>
            <a:r>
              <a:rPr lang="es-AR" sz="5000">
                <a:latin typeface="Berlin Sans FB Demi" panose="020E0802020502020306" pitchFamily="34" charset="0"/>
                <a:cs typeface="Aharoni" panose="02010803020104030203" pitchFamily="2" charset="-79"/>
              </a:rPr>
              <a:t>CURVILÍNEAS</a:t>
            </a:r>
          </a:p>
          <a:p>
            <a:endParaRPr lang="es-AR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AR"/>
          </a:p>
          <a:p>
            <a:endParaRPr lang="es-AR"/>
          </a:p>
          <a:p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99F1594-9EAB-7772-2189-9FDA5E16B1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2614E7-7F9E-C937-6043-B65B176A634F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926761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9F1594-9EAB-7772-2189-9FDA5E16B1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/>
              <p:nvPr/>
            </p:nvSpPr>
            <p:spPr>
              <a:xfrm>
                <a:off x="457200" y="608238"/>
                <a:ext cx="9571220" cy="5755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INTEGRALES: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+mj-lt"/>
                  <a:buAutoNum type="arabicPeriod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¿Sobre qué o dónde integro? 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+mj-lt"/>
                  <a:buAutoNum type="arabicPeriod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¿Qué integro?</a:t>
                </a:r>
              </a:p>
              <a:p>
                <a:pPr algn="ctr"/>
                <a:b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</a:b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En Cálculo I, estas preguntas tenían una sola respuesta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Integrábamos sobre</a:t>
                </a:r>
                <a:r>
                  <a:rPr lang="es-AR" sz="3000" b="1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 intervalos reales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(1)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a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funciones escalares (2)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𝟐</m:t>
                          </m:r>
                        </m:sub>
                        <m: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𝟑</m:t>
                          </m:r>
                        </m:sup>
                        <m:e>
                          <m:sSup>
                            <m:sSupPr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𝟐</m:t>
                              </m:r>
                            </m:sup>
                          </m:s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𝒅𝒙</m:t>
                          </m:r>
                        </m:e>
                      </m:nary>
                      <m:r>
                        <a:rPr lang="es-AR" sz="3000" b="1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𝒊𝒏𝒕𝒆𝒈𝒓𝒂𝒎𝒐𝒔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𝒂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𝒇</m:t>
                      </m:r>
                      <m:d>
                        <m:d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𝒙</m:t>
                          </m:r>
                        </m:e>
                      </m:d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sSup>
                        <m:sSup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𝒙</m:t>
                          </m:r>
                        </m:e>
                        <m: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𝟐</m:t>
                          </m:r>
                        </m:sup>
                      </m:sSup>
                      <m:r>
                        <a:rPr lang="es-AR" sz="3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  <m:r>
                        <a:rPr lang="es-AR" sz="3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𝒆𝒏</m:t>
                      </m:r>
                      <m:r>
                        <a:rPr lang="es-AR" sz="3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𝟐</m:t>
                          </m:r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,</m:t>
                          </m:r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𝟑</m:t>
                          </m:r>
                        </m:e>
                      </m:d>
                      <m:r>
                        <a:rPr lang="es-AR" sz="300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 </m:t>
                      </m:r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608238"/>
                <a:ext cx="9571220" cy="5755935"/>
              </a:xfrm>
              <a:prstGeom prst="rect">
                <a:avLst/>
              </a:prstGeom>
              <a:blipFill>
                <a:blip r:embed="rId2"/>
                <a:stretch>
                  <a:fillRect l="-955" t="-1377" r="-8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E89728AB-6DE0-B75D-3227-8887A94830A9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598494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9F1594-9EAB-7772-2189-9FDA5E16B1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E3E2130-D7C1-F577-576E-C7440415F222}"/>
              </a:ext>
            </a:extLst>
          </p:cNvPr>
          <p:cNvSpPr txBox="1"/>
          <p:nvPr/>
        </p:nvSpPr>
        <p:spPr>
          <a:xfrm>
            <a:off x="457200" y="608238"/>
            <a:ext cx="796990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INTEGRALES CURVILÍNEAS</a:t>
            </a: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¿Sobre qué integro? Sobre curvas</a:t>
            </a:r>
          </a:p>
          <a:p>
            <a:pPr marL="457200" indent="-457200" algn="ctr">
              <a:buFont typeface="+mj-lt"/>
              <a:buAutoNum type="arabicPeriod"/>
            </a:pPr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  <a:t>¿Qué integro? Campos escalares o vectoriales</a:t>
            </a:r>
          </a:p>
          <a:p>
            <a:pPr algn="ctr"/>
            <a:br>
              <a:rPr lang="es-AR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  <a:cs typeface="Aharoni" panose="02010803020104030203" pitchFamily="2" charset="-79"/>
              </a:rPr>
            </a:br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3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  <a:p>
            <a:pPr algn="ctr"/>
            <a:endParaRPr lang="es-AR" sz="2000" dirty="0">
              <a:solidFill>
                <a:schemeClr val="bg1"/>
              </a:solidFill>
              <a:latin typeface="Arial Nova" panose="020B0504020202020204" pitchFamily="34" charset="0"/>
              <a:cs typeface="Aharoni" panose="02010803020104030203" pitchFamily="2" charset="-79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90C7EB-1AAB-A7D7-9DE5-2E3C126EC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954" y="1631325"/>
            <a:ext cx="4054865" cy="439418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5A665D-A1CE-2709-A5D1-9EEEB15769BB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36423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9F1594-9EAB-7772-2189-9FDA5E16B1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/>
              <p:nvPr/>
            </p:nvSpPr>
            <p:spPr>
              <a:xfrm>
                <a:off x="721958" y="419675"/>
                <a:ext cx="10070960" cy="6200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CURVILÍNEAS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 DE CAMPOS ESCALARES SOBRE CURVAS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AR" sz="3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′(</m:t>
                              </m:r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Donde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𝜎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𝑏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: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𝜎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𝑡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𝑡</m:t>
                            </m:r>
                          </m:e>
                        </m:d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  <m:d>
                          <m:d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es la parametrización de la curva C</a:t>
                </a: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8" y="419675"/>
                <a:ext cx="10070960" cy="6200736"/>
              </a:xfrm>
              <a:prstGeom prst="rect">
                <a:avLst/>
              </a:prstGeom>
              <a:blipFill>
                <a:blip r:embed="rId2"/>
                <a:stretch>
                  <a:fillRect l="-242" t="-1278" r="-2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C8F0EF35-5C63-EFF4-B1D4-4ADDF15D30BE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26905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74B0-9090-7E24-F1B0-7FB49774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066E9B6-B399-86FE-C093-EE968B68256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13B8E29-DB60-B575-FC5F-890B1CC1D1EE}"/>
                  </a:ext>
                </a:extLst>
              </p:cNvPr>
              <p:cNvSpPr txBox="1"/>
              <p:nvPr/>
            </p:nvSpPr>
            <p:spPr>
              <a:xfrm>
                <a:off x="721958" y="419675"/>
                <a:ext cx="11015340" cy="5924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CURVILÍNEAS - DIFERENCIAL DE LA CURVA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𝑑𝑠</m:t>
                    </m:r>
                  </m:oMath>
                </a14:m>
                <a:r>
                  <a:rPr lang="es-AR" sz="3000" dirty="0">
                    <a:solidFill>
                      <a:schemeClr val="bg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representa una porción infinitesimal de la curva C</a:t>
                </a:r>
                <a:endParaRPr lang="es-AR" sz="3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                  Por Teo. Pitágoras: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AR" sz="3000" b="0" i="0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Δ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AR" sz="3000" b="0" i="0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Δ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+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s-AR" sz="3000" b="0" i="0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Δ</m:t>
                                </m:r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                 Por aproximación (cal 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000" b="0" i="0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Δ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𝑓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haroni" panose="02010803020104030203" pitchFamily="2" charset="-79"/>
                      </a:rPr>
                      <m:t>≅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𝑑𝑓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𝑓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′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𝑡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)⋅</m:t>
                    </m:r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𝑑𝑡</m:t>
                    </m:r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cs typeface="Aharoni" panose="02010803020104030203" pitchFamily="2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𝑑𝑠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s-AR" sz="3000" b="0" i="1" smtClean="0">
                                        <a:latin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</m:ctrlPr>
                                  </m:dPr>
                                  <m:e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𝑑𝑥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s-AR" sz="3000" b="0" i="1" smtClean="0">
                                        <a:latin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</m:ctrlPr>
                                  </m:dPr>
                                  <m:e>
                                    <m:r>
                                      <a:rPr lang="es-AR" sz="3000" b="0" i="1" smtClean="0">
                                        <a:latin typeface="Cambria Math" panose="02040503050406030204" pitchFamily="18" charset="0"/>
                                        <a:cs typeface="Aharoni" panose="02010803020104030203" pitchFamily="2" charset="-79"/>
                                      </a:rPr>
                                      <m:t>𝑑𝑦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s-AR" sz="3000" b="0" i="1" smtClean="0"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𝑥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𝑡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+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𝑦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</m:ctrlPr>
                              </m:dPr>
                              <m:e>
                                <m:r>
                                  <a:rPr lang="es-AR" sz="3000" b="0" i="1" smtClean="0">
                                    <a:latin typeface="Cambria Math" panose="02040503050406030204" pitchFamily="18" charset="0"/>
                                    <a:cs typeface="Aharoni" panose="02010803020104030203" pitchFamily="2" charset="-79"/>
                                  </a:rPr>
                                  <m:t>𝑡</m:t>
                                </m:r>
                              </m:e>
                            </m:d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  <m:r>
                          <a:rPr lang="es-AR" sz="3000" b="0" i="1" smtClean="0"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</m:t>
                        </m:r>
                        <m:sSup>
                          <m:sSupPr>
                            <m:ctrlP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sSupPr>
                          <m:e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𝑡</m:t>
                            </m:r>
                          </m:e>
                          <m:sup>
                            <m:r>
                              <a:rPr lang="es-AR" sz="3000" b="0" i="1" smtClean="0"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⇒  </m:t>
                      </m:r>
                      <m:sSup>
                        <m:sSupPr>
                          <m:ctrlPr>
                            <a:rPr lang="es-AR" sz="3000" b="0" i="1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𝑑𝑠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</m:sSup>
                      <m:r>
                        <a:rPr lang="es-AR" sz="3000" b="0" i="1" smtClean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+</m:t>
                          </m:r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AR" sz="3000" b="0" i="1" smtClean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𝑑𝑡</m:t>
                      </m:r>
                      <m:r>
                        <a:rPr lang="es-AR" sz="3000" b="0" i="1" smtClean="0"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d>
                        <m:dPr>
                          <m:begChr m:val="‖"/>
                          <m:endChr m:val="‖"/>
                          <m:ctrlP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′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𝑑𝑡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</m:oMath>
                  </m:oMathPara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13B8E29-DB60-B575-FC5F-890B1CC1D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8" y="419675"/>
                <a:ext cx="11015340" cy="5924250"/>
              </a:xfrm>
              <a:prstGeom prst="rect">
                <a:avLst/>
              </a:prstGeom>
              <a:blipFill>
                <a:blip r:embed="rId3"/>
                <a:stretch>
                  <a:fillRect t="-133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04CAC9B4-53CA-355A-A839-F0555B7193EB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B25EC27-8F43-CF28-28B6-8035E84BEB86}"/>
              </a:ext>
            </a:extLst>
          </p:cNvPr>
          <p:cNvCxnSpPr/>
          <p:nvPr/>
        </p:nvCxnSpPr>
        <p:spPr>
          <a:xfrm flipV="1">
            <a:off x="865592" y="3081503"/>
            <a:ext cx="1577340" cy="14597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B0CD160-8E0C-1954-0D4B-581622606C46}"/>
                  </a:ext>
                </a:extLst>
              </p:cNvPr>
              <p:cNvSpPr txBox="1"/>
              <p:nvPr/>
            </p:nvSpPr>
            <p:spPr>
              <a:xfrm>
                <a:off x="354021" y="4385331"/>
                <a:ext cx="579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AB0CD160-8E0C-1954-0D4B-581622606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21" y="4385331"/>
                <a:ext cx="57912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9D8A994-0B79-0303-ADC4-449796AF0CB6}"/>
                  </a:ext>
                </a:extLst>
              </p:cNvPr>
              <p:cNvSpPr txBox="1"/>
              <p:nvPr/>
            </p:nvSpPr>
            <p:spPr>
              <a:xfrm>
                <a:off x="2154402" y="2698863"/>
                <a:ext cx="579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9D8A994-0B79-0303-ADC4-449796AF0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02" y="2698863"/>
                <a:ext cx="579120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6A06D20-ADAA-D926-3FE6-3D21C099EC67}"/>
              </a:ext>
            </a:extLst>
          </p:cNvPr>
          <p:cNvCxnSpPr>
            <a:cxnSpLocks/>
          </p:cNvCxnSpPr>
          <p:nvPr/>
        </p:nvCxnSpPr>
        <p:spPr>
          <a:xfrm flipV="1">
            <a:off x="933141" y="4571260"/>
            <a:ext cx="1535379" cy="287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368214E-7B25-618F-EA40-FD2456459526}"/>
              </a:ext>
            </a:extLst>
          </p:cNvPr>
          <p:cNvCxnSpPr/>
          <p:nvPr/>
        </p:nvCxnSpPr>
        <p:spPr>
          <a:xfrm>
            <a:off x="2489682" y="3095292"/>
            <a:ext cx="0" cy="1473325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D215D1F-E0D9-C3E9-BEBF-5373CDA72B49}"/>
                  </a:ext>
                </a:extLst>
              </p:cNvPr>
              <p:cNvSpPr txBox="1"/>
              <p:nvPr/>
            </p:nvSpPr>
            <p:spPr>
              <a:xfrm>
                <a:off x="1535119" y="4541280"/>
                <a:ext cx="579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D215D1F-E0D9-C3E9-BEBF-5373CDA72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119" y="4541280"/>
                <a:ext cx="57912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8046B53-5715-554E-5B0B-D527D97FD0B0}"/>
                  </a:ext>
                </a:extLst>
              </p:cNvPr>
              <p:cNvSpPr txBox="1"/>
              <p:nvPr/>
            </p:nvSpPr>
            <p:spPr>
              <a:xfrm>
                <a:off x="2396181" y="3640071"/>
                <a:ext cx="579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AR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s-AR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8046B53-5715-554E-5B0B-D527D97FD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6181" y="3640071"/>
                <a:ext cx="57912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CFDEA06-CE0E-C8CB-85AA-A43669A0F629}"/>
                  </a:ext>
                </a:extLst>
              </p:cNvPr>
              <p:cNvSpPr txBox="1"/>
              <p:nvPr/>
            </p:nvSpPr>
            <p:spPr>
              <a:xfrm>
                <a:off x="1968249" y="3987347"/>
                <a:ext cx="57912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s-AR" sz="2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s-AR" sz="2500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s-AR" sz="250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CFDEA06-CE0E-C8CB-85AA-A43669A0F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249" y="3987347"/>
                <a:ext cx="579120" cy="477054"/>
              </a:xfrm>
              <a:prstGeom prst="rect">
                <a:avLst/>
              </a:prstGeom>
              <a:blipFill>
                <a:blip r:embed="rId8"/>
                <a:stretch>
                  <a:fillRect l="-315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CA341C3-AA43-4F11-73E8-AE7829DB2C54}"/>
                  </a:ext>
                </a:extLst>
              </p:cNvPr>
              <p:cNvSpPr txBox="1"/>
              <p:nvPr/>
            </p:nvSpPr>
            <p:spPr>
              <a:xfrm>
                <a:off x="1280883" y="3384141"/>
                <a:ext cx="579120" cy="47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25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s-AR" sz="2500" dirty="0">
                    <a:solidFill>
                      <a:srgbClr val="FF0000"/>
                    </a:solidFill>
                  </a:rPr>
                  <a:t>s</a:t>
                </a:r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4CA341C3-AA43-4F11-73E8-AE7829DB2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883" y="3384141"/>
                <a:ext cx="579120" cy="477054"/>
              </a:xfrm>
              <a:prstGeom prst="rect">
                <a:avLst/>
              </a:prstGeom>
              <a:blipFill>
                <a:blip r:embed="rId9"/>
                <a:stretch>
                  <a:fillRect l="-3158" t="-8974" r="-8421" b="-3076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Arco 34">
            <a:extLst>
              <a:ext uri="{FF2B5EF4-FFF2-40B4-BE49-F238E27FC236}">
                <a16:creationId xmlns:a16="http://schemas.microsoft.com/office/drawing/2014/main" id="{C2555816-C219-D666-13BF-99B3F810E197}"/>
              </a:ext>
            </a:extLst>
          </p:cNvPr>
          <p:cNvSpPr/>
          <p:nvPr/>
        </p:nvSpPr>
        <p:spPr>
          <a:xfrm flipV="1">
            <a:off x="-696758" y="1674556"/>
            <a:ext cx="3154680" cy="291955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FE845F3F-0BA4-E2A1-217C-40A860422E82}"/>
                  </a:ext>
                </a:extLst>
              </p14:cNvPr>
              <p14:cNvContentPartPr/>
              <p14:nvPr/>
            </p14:nvContentPartPr>
            <p14:xfrm>
              <a:off x="898790" y="4594110"/>
              <a:ext cx="360" cy="360"/>
            </p14:xfrm>
          </p:contentPart>
        </mc:Choice>
        <mc:Fallback xmlns=""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FE845F3F-0BA4-E2A1-217C-40A860422E8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2790" y="4558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6F0FF6F8-F7E2-687B-6DF8-56579FAA7935}"/>
                  </a:ext>
                </a:extLst>
              </p14:cNvPr>
              <p14:cNvContentPartPr/>
              <p14:nvPr/>
            </p14:nvContentPartPr>
            <p14:xfrm>
              <a:off x="2483510" y="3161670"/>
              <a:ext cx="360" cy="360"/>
            </p14:xfrm>
          </p:contentPart>
        </mc:Choice>
        <mc:Fallback xmlns=""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6F0FF6F8-F7E2-687B-6DF8-56579FAA79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47510" y="3125670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720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31936-0239-1464-0B56-4B9C28D94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30D57AE-495B-206A-FB5F-5BD4F8C7C3B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01BC606-123E-EE8D-0283-957DADF8DE06}"/>
                  </a:ext>
                </a:extLst>
              </p:cNvPr>
              <p:cNvSpPr txBox="1"/>
              <p:nvPr/>
            </p:nvSpPr>
            <p:spPr>
              <a:xfrm>
                <a:off x="721958" y="419675"/>
                <a:ext cx="11015340" cy="5664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CURVILÍNEAS – APLICACIÓN INMEDIATA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cs typeface="Aharoni" panose="02010803020104030203" pitchFamily="2" charset="-79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𝜎</m:t>
                    </m:r>
                    <m:r>
                      <a:rPr lang="es-AR" sz="30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una parametrización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regular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 una curva suave a trozos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s-A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′(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en particular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𝑥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=1</m:t>
                    </m:r>
                  </m:oMath>
                </a14:m>
                <a:endParaRPr lang="es-AR" sz="30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1⋅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A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′(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𝐿𝑜𝑛𝑔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(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𝐶</m:t>
                      </m:r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Longitud de la curva C en el tramo que va de a hasta b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01BC606-123E-EE8D-0283-957DADF8D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58" y="419675"/>
                <a:ext cx="11015340" cy="5664371"/>
              </a:xfrm>
              <a:prstGeom prst="rect">
                <a:avLst/>
              </a:prstGeom>
              <a:blipFill>
                <a:blip r:embed="rId3"/>
                <a:stretch>
                  <a:fillRect l="-498" t="-1399" r="-498" b="-236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3DF562DE-C9A1-2647-6CA6-5374DF385143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93811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BE577-8A72-B1EC-6B44-208DF5D60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7A63F95-05AB-2A78-8163-371D432C41C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2E39EFD-D957-248F-4A0C-C405CB687ACF}"/>
                  </a:ext>
                </a:extLst>
              </p:cNvPr>
              <p:cNvSpPr txBox="1"/>
              <p:nvPr/>
            </p:nvSpPr>
            <p:spPr>
              <a:xfrm>
                <a:off x="706968" y="357492"/>
                <a:ext cx="11015340" cy="5956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LONGITUD DE CURVA – INTERPRETACIÓN FÍSICA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𝝈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→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𝒑𝒐𝒔𝒊𝒄𝒊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ó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𝒏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</m:oMath>
                  </m:oMathPara>
                </a14:m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sSupPr>
                        <m:e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𝝈</m:t>
                          </m:r>
                        </m:e>
                        <m:sup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′</m:t>
                          </m:r>
                        </m:sup>
                      </m:sSup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→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𝒗𝒆𝒍𝒐𝒄𝒊𝒅𝒂𝒅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d>
                        <m:dPr>
                          <m:ctrlP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𝒎𝒂𝒈</m:t>
                          </m:r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. </m:t>
                          </m:r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𝒗𝒆𝒄𝒕𝒐𝒓𝒊𝒂𝒍</m:t>
                          </m:r>
                        </m:e>
                      </m:d>
                    </m:oMath>
                  </m:oMathPara>
                </a14:m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𝝈</m:t>
                          </m:r>
                          <m:r>
                            <a:rPr lang="es-AR" sz="3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′</m:t>
                          </m:r>
                        </m:e>
                      </m:d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→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𝒓𝒂𝒑𝒊𝒅𝒆𝒛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(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𝒎𝒂𝒈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. 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𝒆𝒔𝒄𝒂𝒍𝒂𝒓</m:t>
                      </m:r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)</m:t>
                      </m:r>
                    </m:oMath>
                  </m:oMathPara>
                </a14:m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⇒</m:t>
                      </m:r>
                      <m:nary>
                        <m:naryPr>
                          <m:limLoc m:val="undOvr"/>
                          <m:ctrlPr>
                            <a:rPr lang="es-AR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AR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  <m:r>
                                <a:rPr lang="es-A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′(</m:t>
                              </m:r>
                              <m:r>
                                <a:rPr lang="es-A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𝑡</m:t>
                              </m:r>
                              <m:r>
                                <a:rPr lang="es-AR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)</m:t>
                              </m:r>
                            </m:e>
                          </m:d>
                          <m:r>
                            <a:rPr lang="es-AR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</m:e>
                      </m:nary>
                      <m:r>
                        <a:rPr lang="es-AR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𝐿𝑜𝑛𝑔</m:t>
                      </m:r>
                      <m:d>
                        <m:dPr>
                          <m:ctrlPr>
                            <a:rPr lang="es-A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2E39EFD-D957-248F-4A0C-C405CB687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968" y="357492"/>
                <a:ext cx="11015340" cy="5956631"/>
              </a:xfrm>
              <a:prstGeom prst="rect">
                <a:avLst/>
              </a:prstGeom>
              <a:blipFill>
                <a:blip r:embed="rId3"/>
                <a:stretch>
                  <a:fillRect t="-13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76E8415E-9777-3D47-8FC8-DFC9556416C1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1F325B2-159E-7277-7F4D-8E69C8F80F3A}"/>
              </a:ext>
            </a:extLst>
          </p:cNvPr>
          <p:cNvGrpSpPr/>
          <p:nvPr/>
        </p:nvGrpSpPr>
        <p:grpSpPr>
          <a:xfrm>
            <a:off x="4801600" y="5432833"/>
            <a:ext cx="3922676" cy="689623"/>
            <a:chOff x="4936511" y="4901357"/>
            <a:chExt cx="3922676" cy="689623"/>
          </a:xfrm>
        </p:grpSpPr>
        <p:sp>
          <p:nvSpPr>
            <p:cNvPr id="6" name="Abrir llave 5">
              <a:extLst>
                <a:ext uri="{FF2B5EF4-FFF2-40B4-BE49-F238E27FC236}">
                  <a16:creationId xmlns:a16="http://schemas.microsoft.com/office/drawing/2014/main" id="{750C481F-FA6F-6BDB-86A7-94F2E51CB695}"/>
                </a:ext>
              </a:extLst>
            </p:cNvPr>
            <p:cNvSpPr/>
            <p:nvPr/>
          </p:nvSpPr>
          <p:spPr>
            <a:xfrm rot="16200000">
              <a:off x="5321508" y="4586990"/>
              <a:ext cx="239843" cy="939883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Abrir llave 6">
              <a:extLst>
                <a:ext uri="{FF2B5EF4-FFF2-40B4-BE49-F238E27FC236}">
                  <a16:creationId xmlns:a16="http://schemas.microsoft.com/office/drawing/2014/main" id="{5245466B-276A-760A-F5A0-662A0AE2133F}"/>
                </a:ext>
              </a:extLst>
            </p:cNvPr>
            <p:cNvSpPr/>
            <p:nvPr/>
          </p:nvSpPr>
          <p:spPr>
            <a:xfrm rot="16200000">
              <a:off x="6143469" y="4889541"/>
              <a:ext cx="239844" cy="33478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CCAE8F7-D0CD-65AC-B371-18A06C419530}"/>
                </a:ext>
              </a:extLst>
            </p:cNvPr>
            <p:cNvSpPr txBox="1"/>
            <p:nvPr/>
          </p:nvSpPr>
          <p:spPr>
            <a:xfrm>
              <a:off x="4936511" y="5176853"/>
              <a:ext cx="14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dirty="0"/>
                <a:t>RAPIDEZ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66D09D82-C93F-93AE-2537-65D548DFA4F1}"/>
                </a:ext>
              </a:extLst>
            </p:cNvPr>
            <p:cNvSpPr txBox="1"/>
            <p:nvPr/>
          </p:nvSpPr>
          <p:spPr>
            <a:xfrm>
              <a:off x="6096000" y="5176853"/>
              <a:ext cx="1423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dirty="0"/>
                <a:t>TIEMPO</a:t>
              </a:r>
            </a:p>
          </p:txBody>
        </p:sp>
        <p:sp>
          <p:nvSpPr>
            <p:cNvPr id="12" name="Abrir llave 11">
              <a:extLst>
                <a:ext uri="{FF2B5EF4-FFF2-40B4-BE49-F238E27FC236}">
                  <a16:creationId xmlns:a16="http://schemas.microsoft.com/office/drawing/2014/main" id="{CB1F9937-EF3E-D134-79BE-1140199E0168}"/>
                </a:ext>
              </a:extLst>
            </p:cNvPr>
            <p:cNvSpPr/>
            <p:nvPr/>
          </p:nvSpPr>
          <p:spPr>
            <a:xfrm rot="16200000">
              <a:off x="7618038" y="4321346"/>
              <a:ext cx="263251" cy="1423274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090E74F3-83FC-0801-9983-E1A75F3B29D4}"/>
                </a:ext>
              </a:extLst>
            </p:cNvPr>
            <p:cNvSpPr txBox="1"/>
            <p:nvPr/>
          </p:nvSpPr>
          <p:spPr>
            <a:xfrm>
              <a:off x="7070860" y="5221648"/>
              <a:ext cx="178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dirty="0"/>
                <a:t>    </a:t>
              </a:r>
              <a:r>
                <a:rPr lang="es-AR" dirty="0">
                  <a:solidFill>
                    <a:srgbClr val="FF0000"/>
                  </a:solidFill>
                </a:rPr>
                <a:t>DISTANCIA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206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C1FD1-DACD-1CA9-9981-CC498E77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CB5BEF1-868C-4487-F9AC-97DA33761DB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09D7C69-210A-32C1-6EA5-9D2F569A1D2B}"/>
              </a:ext>
            </a:extLst>
          </p:cNvPr>
          <p:cNvSpPr txBox="1"/>
          <p:nvPr/>
        </p:nvSpPr>
        <p:spPr>
          <a:xfrm>
            <a:off x="9646295" y="601257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43005B-A282-26A4-1B0B-BD2AD37F7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69" y="0"/>
            <a:ext cx="7045377" cy="18476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D62F738-7F2B-384C-6327-6BE830BEE251}"/>
                  </a:ext>
                </a:extLst>
              </p:cNvPr>
              <p:cNvSpPr txBox="1"/>
              <p:nvPr/>
            </p:nvSpPr>
            <p:spPr>
              <a:xfrm>
                <a:off x="1334125" y="2293495"/>
                <a:ext cx="9938478" cy="4403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  <m:func>
                            <m:func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AR" sz="30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+9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𝑠𝑒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ra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e>
                      </m:rad>
                    </m:oMath>
                  </m:oMathPara>
                </a14:m>
                <a:endParaRPr lang="es-AR" sz="3000" b="0" dirty="0"/>
              </a:p>
              <a:p>
                <a:endParaRPr lang="es-AR" sz="3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𝐿𝑜𝑛𝑔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1⋅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 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A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s-AR" sz="3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s-A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13</m:t>
                              </m:r>
                            </m:e>
                          </m:rad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𝑑𝑡</m:t>
                          </m:r>
                          <m:r>
                            <a:rPr lang="es-A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AR" sz="3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13</m:t>
                              </m:r>
                            </m:e>
                          </m:rad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⋅(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𝑏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−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  <m:r>
                            <a:rPr lang="es-A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D62F738-7F2B-384C-6327-6BE830BEE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125" y="2293495"/>
                <a:ext cx="9938478" cy="44038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183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99F1594-9EAB-7772-2189-9FDA5E16B19C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/>
              <p:nvPr/>
            </p:nvSpPr>
            <p:spPr>
              <a:xfrm>
                <a:off x="17420" y="257138"/>
                <a:ext cx="11644927" cy="6197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C.E sobre CURVAS - PROPIEDADES 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No dependen de la parametrización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elegida</a:t>
                </a: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𝐶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𝐼𝑚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𝐼𝑚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𝜙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con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𝜎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, 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𝜙</m:t>
                    </m:r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dos parametrizaciones regulares 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⇒</m:t>
                      </m:r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𝜙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.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=</m:t>
                          </m:r>
                          <m:nary>
                            <m:naryPr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sub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⋅</m:t>
                              </m:r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𝑑𝑠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 particular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tampoco dependen del sentido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 recorrido</a:t>
                </a:r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⇒</m:t>
                      </m:r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15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+</m:t>
                              </m:r>
                            </m:sup>
                          </m:sSup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15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CE3E2130-D7C1-F577-576E-C7440415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" y="257138"/>
                <a:ext cx="11644927" cy="6197017"/>
              </a:xfrm>
              <a:prstGeom prst="rect">
                <a:avLst/>
              </a:prstGeom>
              <a:blipFill>
                <a:blip r:embed="rId2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608A33DF-6A83-07BE-D66D-60DB25D2F003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5722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21D4-C264-099B-4E83-D2C343450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F20DC10-9372-B842-3751-2774973F04B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575BF20-0220-DC33-584E-54A2BAD23971}"/>
              </a:ext>
            </a:extLst>
          </p:cNvPr>
          <p:cNvSpPr txBox="1"/>
          <p:nvPr/>
        </p:nvSpPr>
        <p:spPr>
          <a:xfrm>
            <a:off x="9646295" y="601257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106479F-CD2B-1D0A-8E69-130E73E14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11" y="160607"/>
            <a:ext cx="5443794" cy="127969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ACE293-0B37-88FB-8ED9-21230E377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45" y="1112488"/>
            <a:ext cx="7427492" cy="5546414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718C31A1-B203-DDE6-7796-2432269DB16C}"/>
              </a:ext>
            </a:extLst>
          </p:cNvPr>
          <p:cNvSpPr/>
          <p:nvPr/>
        </p:nvSpPr>
        <p:spPr>
          <a:xfrm>
            <a:off x="187511" y="6012571"/>
            <a:ext cx="6198299" cy="73802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412F420-3D3F-8207-5BCF-FE95AF04D432}"/>
                  </a:ext>
                </a:extLst>
              </p:cNvPr>
              <p:cNvSpPr txBox="1"/>
              <p:nvPr/>
            </p:nvSpPr>
            <p:spPr>
              <a:xfrm>
                <a:off x="4497049" y="356039"/>
                <a:ext cx="8244590" cy="705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AR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s-A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AR" sz="3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AR" sz="3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sSup>
                            <m:sSupPr>
                              <m:ctrlPr>
                                <a:rPr lang="es-AR" sz="3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3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p>
                              <m:r>
                                <a:rPr lang="es-AR" sz="3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AR" sz="3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3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rad>
                    </m:oMath>
                  </m:oMathPara>
                </a14:m>
                <a:endParaRPr lang="es-AR" sz="3000" b="1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7412F420-3D3F-8207-5BCF-FE95AF04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049" y="356039"/>
                <a:ext cx="8244590" cy="705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511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23B26-E8DF-DAE7-DCE8-CCE39035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28E302A-EED0-FEB9-2A94-AE7B0E886E7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B9BC4E7-B642-39D7-4D13-656619AFD06A}"/>
              </a:ext>
            </a:extLst>
          </p:cNvPr>
          <p:cNvSpPr txBox="1"/>
          <p:nvPr/>
        </p:nvSpPr>
        <p:spPr>
          <a:xfrm>
            <a:off x="9768840" y="6114733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B128261-2C3A-9518-785C-7819D655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96"/>
            <a:ext cx="9375294" cy="665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46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20389-3ED8-D3D4-588D-31F15590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09A7385-70F4-6993-0AD5-4C3BD43341B4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F835613-540C-458E-609D-408A2E96AEB2}"/>
                  </a:ext>
                </a:extLst>
              </p:cNvPr>
              <p:cNvSpPr txBox="1"/>
              <p:nvPr/>
            </p:nvSpPr>
            <p:spPr>
              <a:xfrm>
                <a:off x="17420" y="257138"/>
                <a:ext cx="11644927" cy="4732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C.E sobre CURVAS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Masa de un alambre: </a:t>
                </a:r>
              </a:p>
              <a:p>
                <a:pPr algn="ctr"/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𝑴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𝜹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⋅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𝒍</m:t>
                      </m:r>
                    </m:oMath>
                  </m:oMathPara>
                </a14:m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𝑀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𝑎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𝛿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5F835613-540C-458E-609D-408A2E96A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" y="257138"/>
                <a:ext cx="11644927" cy="4732065"/>
              </a:xfrm>
              <a:prstGeom prst="rect">
                <a:avLst/>
              </a:prstGeom>
              <a:blipFill>
                <a:blip r:embed="rId2"/>
                <a:stretch>
                  <a:fillRect t="-167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A6177769-1D47-80D8-0FC0-C81F030C26F4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394516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265FA-8449-FBA8-8EAC-BEE952B3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9B3C192-4EAA-CA6E-9505-C1608ADAD206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72FAA2-CC4F-CF2E-EDFF-C6D0B1298072}"/>
                  </a:ext>
                </a:extLst>
              </p:cNvPr>
              <p:cNvSpPr txBox="1"/>
              <p:nvPr/>
            </p:nvSpPr>
            <p:spPr>
              <a:xfrm>
                <a:off x="17420" y="257138"/>
                <a:ext cx="11644927" cy="627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Masa de un alambre: </a:t>
                </a:r>
                <a14:m>
                  <m:oMath xmlns:m="http://schemas.openxmlformats.org/officeDocument/2006/math">
                    <m:r>
                      <a:rPr lang="es-AR" sz="3000" b="1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               </m:t>
                    </m:r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𝑴</m:t>
                    </m:r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𝜹</m:t>
                    </m:r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⋅</m:t>
                    </m:r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𝒍</m:t>
                    </m:r>
                  </m:oMath>
                </a14:m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s-AR" sz="3000" b="1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        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𝑀</m:t>
                    </m:r>
                    <m:d>
                      <m:d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𝑎</m:t>
                        </m:r>
                      </m:e>
                    </m:d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nary>
                      <m:naryPr>
                        <m:ctrlPr>
                          <a:rPr lang="es-AR" sz="30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naryPr>
                      <m:sub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sub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</m:t>
                        </m:r>
                      </m:sup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𝛿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⋅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𝑑𝑠</m:t>
                        </m:r>
                      </m:e>
                    </m:nary>
                  </m:oMath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9472FAA2-CC4F-CF2E-EDFF-C6D0B1298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" y="257138"/>
                <a:ext cx="11644927" cy="627736"/>
              </a:xfrm>
              <a:prstGeom prst="rect">
                <a:avLst/>
              </a:prstGeom>
              <a:blipFill>
                <a:blip r:embed="rId2"/>
                <a:stretch>
                  <a:fillRect t="-12621" b="-174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85FE3F15-1686-A465-2369-031F8AEA5181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/>
              <a:t>Sugerencias o dudas</a:t>
            </a:r>
            <a:r>
              <a:rPr lang="es-AR"/>
              <a:t>: lfages@uade.edu.ar</a:t>
            </a:r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66A234-3A36-AAA9-AF5A-0AC0D261C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58" y="884874"/>
            <a:ext cx="11834283" cy="19421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762DA8F-E385-0118-F24A-05DBAD117D7B}"/>
              </a:ext>
            </a:extLst>
          </p:cNvPr>
          <p:cNvSpPr txBox="1"/>
          <p:nvPr/>
        </p:nvSpPr>
        <p:spPr>
          <a:xfrm>
            <a:off x="399737" y="5585199"/>
            <a:ext cx="569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solidFill>
                  <a:srgbClr val="C00000"/>
                </a:solidFill>
              </a:rPr>
              <a:t>Método de integración</a:t>
            </a:r>
            <a:r>
              <a:rPr lang="es-AR" sz="2000" dirty="0">
                <a:solidFill>
                  <a:srgbClr val="C00000"/>
                </a:solidFill>
              </a:rPr>
              <a:t>: sustitución </a:t>
            </a:r>
          </a:p>
          <a:p>
            <a:endParaRPr lang="es-AR" sz="2000" b="1" dirty="0">
              <a:solidFill>
                <a:srgbClr val="C00000"/>
              </a:solidFill>
            </a:endParaRPr>
          </a:p>
          <a:p>
            <a:r>
              <a:rPr lang="es-AR" sz="2000" b="1" dirty="0">
                <a:solidFill>
                  <a:srgbClr val="C00000"/>
                </a:solidFill>
              </a:rPr>
              <a:t>Respuesta: 4</a:t>
            </a:r>
            <a:endParaRPr lang="es-AR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30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43BF5-A3EF-02E1-EB1C-7167237D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5C59810-7173-9460-89CE-38422DF6368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E4F0CE3-25B0-1177-C7E2-60C9D134A741}"/>
                  </a:ext>
                </a:extLst>
              </p:cNvPr>
              <p:cNvSpPr txBox="1"/>
              <p:nvPr/>
            </p:nvSpPr>
            <p:spPr>
              <a:xfrm>
                <a:off x="124619" y="409538"/>
                <a:ext cx="11702620" cy="971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CURVILÍNEAS SOBRE CAMPOS VECTORIALES</a:t>
                </a:r>
                <a:r>
                  <a:rPr lang="es-AR" sz="3000" b="1" dirty="0">
                    <a:solidFill>
                      <a:schemeClr val="bg1"/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</a:t>
                </a:r>
              </a:p>
              <a:p>
                <a:pPr algn="ctr"/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Dado un C.V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𝑫</m:t>
                    </m:r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𝟑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𝟑</m:t>
                        </m:r>
                      </m:sup>
                    </m:sSup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: </m:t>
                    </m:r>
                    <m:acc>
                      <m:accPr>
                        <m:chr m:val="⃗"/>
                        <m:ctrlP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𝑭</m:t>
                        </m:r>
                      </m:e>
                    </m:acc>
                    <m:d>
                      <m:dPr>
                        <m:ctrlP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𝒙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𝒚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𝒛</m:t>
                        </m:r>
                      </m:e>
                    </m:d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d>
                      <m:dPr>
                        <m:ctrlP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dPr>
                      <m:e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𝑷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𝑸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,</m:t>
                        </m:r>
                        <m:r>
                          <a:rPr lang="es-AR" sz="30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</m:d>
                  </m:oMath>
                </a14:m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continuo sobre una curva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𝐶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𝐼𝑚</m:t>
                    </m:r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(</m:t>
                    </m:r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)</m:t>
                    </m:r>
                  </m:oMath>
                </a14:m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Siendo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𝜎</m:t>
                        </m:r>
                      </m:e>
                    </m:acc>
                    <m:r>
                      <a:rPr lang="es-AR" sz="30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</m:oMath>
                </a14:m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una parametrización regular  (a trozos) </a:t>
                </a:r>
                <a:r>
                  <a:rPr lang="es-AR" sz="3000" i="1" dirty="0">
                    <a:latin typeface="Cambria Math" panose="02040503050406030204" pitchFamily="18" charset="0"/>
                    <a:cs typeface="Aharoni" panose="02010803020104030203" pitchFamily="2" charset="-79"/>
                  </a:rPr>
                  <a:t>de la</a:t>
                </a:r>
                <a:r>
                  <a:rPr lang="es-AR" sz="3000" i="1" dirty="0">
                    <a:solidFill>
                      <a:schemeClr val="bg1"/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 </a:t>
                </a:r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curva C</a:t>
                </a: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Se define la integral del campo vectorial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0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000" b="1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𝑭</m:t>
                        </m:r>
                      </m:e>
                    </m:acc>
                  </m:oMath>
                </a14:m>
                <a:r>
                  <a:rPr lang="es-AR" sz="30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 sobre la curva </a:t>
                </a:r>
                <a14:m>
                  <m:oMath xmlns:m="http://schemas.openxmlformats.org/officeDocument/2006/math">
                    <m:r>
                      <a:rPr lang="es-AR" sz="30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𝑪</m:t>
                    </m:r>
                  </m:oMath>
                </a14:m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𝑪</m:t>
                          </m:r>
                        </m:sub>
                        <m: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𝑭</m:t>
                              </m:r>
                            </m:e>
                          </m:acc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𝒔</m:t>
                              </m:r>
                            </m:e>
                          </m:acc>
                        </m:e>
                      </m:nary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𝝈</m:t>
                              </m:r>
                            </m:e>
                          </m:acc>
                        </m:sub>
                        <m: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𝑭</m:t>
                              </m:r>
                            </m:e>
                          </m:acc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𝒔</m:t>
                              </m:r>
                            </m:e>
                          </m:acc>
                        </m:e>
                      </m:nary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15"/>
                            </m:rP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𝒂</m:t>
                          </m:r>
                        </m:sub>
                        <m:sup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𝒃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𝑭</m:t>
                              </m:r>
                            </m:e>
                          </m:acc>
                          <m:d>
                            <m:dPr>
                              <m:ctrlP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𝝈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dPr>
                                <m:e>
                                  <m:r>
                                    <a:rPr lang="es-AR" sz="3000" b="1" i="1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sSup>
                            <m:sSupPr>
                              <m:ctrlP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</m:ctrlPr>
                                </m:accPr>
                                <m:e>
                                  <m:r>
                                    <a:rPr lang="es-AR" sz="30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haroni" panose="02010803020104030203" pitchFamily="2" charset="-79"/>
                                    </a:rPr>
                                    <m:t>𝝈</m:t>
                                  </m:r>
                                </m:e>
                              </m:acc>
                            </m:e>
                            <m:sup>
                              <m: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𝒕</m:t>
                              </m:r>
                            </m:e>
                          </m:d>
                          <m:r>
                            <a:rPr lang="es-AR" sz="30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𝒅</m:t>
                          </m:r>
                          <m:r>
                            <a:rPr lang="es-AR" sz="30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𝒕</m:t>
                          </m:r>
                        </m:e>
                      </m:nary>
                    </m:oMath>
                  </m:oMathPara>
                </a14:m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Esto se puede definir de manera análoga para campos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2</m:t>
                        </m:r>
                      </m:sup>
                    </m:sSup>
                  </m:oMath>
                </a14:m>
                <a:endParaRPr lang="es-AR" sz="30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b="1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E4F0CE3-25B0-1177-C7E2-60C9D134A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19" y="409538"/>
                <a:ext cx="11702620" cy="9716186"/>
              </a:xfrm>
              <a:prstGeom prst="rect">
                <a:avLst/>
              </a:prstGeom>
              <a:blipFill>
                <a:blip r:embed="rId2"/>
                <a:stretch>
                  <a:fillRect t="-8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993752E6-31FF-F445-E4F2-2D259F3DAE10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562063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D4E5-9BFC-4F70-EFC0-832967007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A85B043-6E56-C1A1-3F85-486DA65FB150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17AA7-A6F0-3708-D4C0-B52808074837}"/>
                  </a:ext>
                </a:extLst>
              </p:cNvPr>
              <p:cNvSpPr txBox="1"/>
              <p:nvPr/>
            </p:nvSpPr>
            <p:spPr>
              <a:xfrm>
                <a:off x="17420" y="257138"/>
                <a:ext cx="11704887" cy="7517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C.V sobre CURVAS - PROPIEDADES 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Depende de la parametrización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elegida para describir la curva</a:t>
                </a: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La integral curvilínea desde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𝑃</m:t>
                        </m:r>
                      </m:e>
                      <m:sub>
                        <m: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bPr>
                      <m:e>
                        <m: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𝑃</m:t>
                        </m:r>
                      </m:e>
                      <m:sub>
                        <m:r>
                          <a:rPr lang="es-ES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depende del camino elegido </a:t>
                </a: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 particular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dependen del sentido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inducido por la </a:t>
                </a:r>
                <a:r>
                  <a:rPr lang="es-AR" sz="3000" dirty="0">
                    <a:latin typeface="Arial Nova" panose="020B0504020202020204" pitchFamily="34" charset="0"/>
                    <a:cs typeface="Aharoni" panose="02010803020104030203" pitchFamily="2" charset="-79"/>
                  </a:rPr>
                  <a:t>parametrización</a:t>
                </a: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15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+</m:t>
                              </m:r>
                            </m:sup>
                          </m:sSup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=−</m:t>
                      </m:r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15"/>
                                </m:r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.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bg1"/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B517AA7-A6F0-3708-D4C0-B52808074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0" y="257138"/>
                <a:ext cx="11704887" cy="7517827"/>
              </a:xfrm>
              <a:prstGeom prst="rect">
                <a:avLst/>
              </a:prstGeom>
              <a:blipFill>
                <a:blip r:embed="rId2"/>
                <a:stretch>
                  <a:fillRect l="-1094" t="-1054" r="-192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7F7F7A07-D93B-1D73-ABC2-E2E79FF57A9A}"/>
              </a:ext>
            </a:extLst>
          </p:cNvPr>
          <p:cNvSpPr txBox="1"/>
          <p:nvPr/>
        </p:nvSpPr>
        <p:spPr>
          <a:xfrm>
            <a:off x="9533994" y="595453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71192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4EC8F-4794-CCAF-FC65-5F499F486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9211B1-3C69-290E-6B8E-B709A67F314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CB1139C-FEF3-E4DC-63A1-D410465102B3}"/>
              </a:ext>
            </a:extLst>
          </p:cNvPr>
          <p:cNvSpPr txBox="1"/>
          <p:nvPr/>
        </p:nvSpPr>
        <p:spPr>
          <a:xfrm>
            <a:off x="9533994" y="595453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93AD28-810B-7E6D-735C-5156B60B4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637" y="122083"/>
            <a:ext cx="3429479" cy="3705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8364A47-31E6-2BCE-5104-CC3505EDE78B}"/>
                  </a:ext>
                </a:extLst>
              </p:cNvPr>
              <p:cNvSpPr txBox="1"/>
              <p:nvPr/>
            </p:nvSpPr>
            <p:spPr>
              <a:xfrm>
                <a:off x="599607" y="464695"/>
                <a:ext cx="5666282" cy="3347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/>
                  <a:t>Calcular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Sobre el borde del triángulo 0AB</a:t>
                </a:r>
              </a:p>
              <a:p>
                <a:r>
                  <a:rPr lang="es-AR" sz="3000" dirty="0"/>
                  <a:t> </a:t>
                </a:r>
              </a:p>
              <a:p>
                <a:r>
                  <a:rPr lang="es-AR" sz="3000" b="1" dirty="0"/>
                  <a:t>En sentido </a:t>
                </a:r>
                <a14:m>
                  <m:oMath xmlns:m="http://schemas.openxmlformats.org/officeDocument/2006/math">
                    <m:r>
                      <a:rPr lang="es-AR" sz="3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s-AR" sz="3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s-AR" sz="30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8364A47-31E6-2BCE-5104-CC3505EDE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7" y="464695"/>
                <a:ext cx="5666282" cy="3347711"/>
              </a:xfrm>
              <a:prstGeom prst="rect">
                <a:avLst/>
              </a:prstGeom>
              <a:blipFill>
                <a:blip r:embed="rId3"/>
                <a:stretch>
                  <a:fillRect l="-2473" t="-2186"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232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B3835-2AAE-F784-B94D-C486A67F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1AD97D9-7386-C3D9-1B36-C6B709AECB3B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69C8D78-D687-1062-4157-8644A0DBDABC}"/>
              </a:ext>
            </a:extLst>
          </p:cNvPr>
          <p:cNvSpPr txBox="1"/>
          <p:nvPr/>
        </p:nvSpPr>
        <p:spPr>
          <a:xfrm>
            <a:off x="9533994" y="595453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930B737-023C-B4A9-6DE0-CAF90164F007}"/>
                  </a:ext>
                </a:extLst>
              </p:cNvPr>
              <p:cNvSpPr txBox="1"/>
              <p:nvPr/>
            </p:nvSpPr>
            <p:spPr>
              <a:xfrm>
                <a:off x="599607" y="464695"/>
                <a:ext cx="6255030" cy="2886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/>
                  <a:t>Calcular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Sobre la semicircunferencia inferior de centro (0,0) y radio 1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930B737-023C-B4A9-6DE0-CAF90164F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7" y="464695"/>
                <a:ext cx="6255030" cy="2886046"/>
              </a:xfrm>
              <a:prstGeom prst="rect">
                <a:avLst/>
              </a:prstGeom>
              <a:blipFill>
                <a:blip r:embed="rId2"/>
                <a:stretch>
                  <a:fillRect l="-2242" t="-2532" b="-569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632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2CEB3-1659-36D6-A5F6-CEB9467C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1FDF42-C72F-78A1-9EDE-B2B7FB45BBAF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734313-E5F7-0C1F-9180-56C53D7FAAEF}"/>
                  </a:ext>
                </a:extLst>
              </p:cNvPr>
              <p:cNvSpPr txBox="1"/>
              <p:nvPr/>
            </p:nvSpPr>
            <p:spPr>
              <a:xfrm>
                <a:off x="0" y="281092"/>
                <a:ext cx="11557416" cy="620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C.V sobre CURVAS - PROPIEDADES </a:t>
                </a:r>
              </a:p>
              <a:p>
                <a:pPr algn="ctr"/>
                <a:endParaRPr lang="es-AR" sz="3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el C.V es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conservativo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entonces la integral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no depende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ni del camino ni de la parametrización, sino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solo del sentido 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es decir de sus </a:t>
                </a:r>
                <a:r>
                  <a:rPr lang="es-AR" sz="3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extremos</a:t>
                </a: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</a:t>
                </a: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1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𝝍</m:t>
                              </m:r>
                            </m:e>
                          </m:acc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ctrlP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𝜎</m:t>
                              </m:r>
                            </m:e>
                          </m:acc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0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r>
                        <m:rPr>
                          <m:sty m:val="p"/>
                        </m:rP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Φ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𝑏</m:t>
                              </m:r>
                            </m:e>
                          </m:d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Φ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𝜎</m:t>
                          </m:r>
                          <m:d>
                            <m:dPr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,</m:t>
                      </m:r>
                    </m:oMath>
                  </m:oMathPara>
                </a14:m>
                <a:endParaRPr lang="es-AR" sz="3000" b="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𝑠𝑖𝑒𝑛𝑑𝑜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AR" sz="3000" b="0" i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Φ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𝒇𝒖𝒏𝒄𝒊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ó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𝒏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𝒑𝒐𝒕𝒆𝒏𝒄𝒊𝒂𝒍</m:t>
                      </m:r>
                      <m:r>
                        <a:rPr lang="es-AR" sz="30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𝑑𝑒</m:t>
                      </m:r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acc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</m:e>
                      </m:acc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C es una curva cerrada se deduce que: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s-AR" sz="300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naryPr>
                      <m:sub>
                        <m:r>
                          <m:rPr>
                            <m:brk m:alnAt="15"/>
                          </m:rP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𝐶</m:t>
                        </m:r>
                      </m:sub>
                      <m:sup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 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acc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𝐹</m:t>
                            </m:r>
                          </m:e>
                        </m:acc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⋅</m:t>
                        </m:r>
                        <m:r>
                          <a:rPr lang="es-AR" sz="30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</m:ctrlPr>
                          </m:accPr>
                          <m:e>
                            <m:r>
                              <a:rPr lang="es-AR" sz="3000" b="0" i="1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cs typeface="Aharoni" panose="02010803020104030203" pitchFamily="2" charset="-79"/>
                              </a:rPr>
                              <m:t>𝑠</m:t>
                            </m:r>
                          </m:e>
                        </m:acc>
                      </m:e>
                    </m:nary>
                    <m:r>
                      <a:rPr lang="es-AR" sz="30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=0</m:t>
                    </m:r>
                  </m:oMath>
                </a14:m>
                <a:endParaRPr lang="es-AR" sz="3000" dirty="0"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C734313-E5F7-0C1F-9180-56C53D7FA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1092"/>
                <a:ext cx="11557416" cy="6208303"/>
              </a:xfrm>
              <a:prstGeom prst="rect">
                <a:avLst/>
              </a:prstGeom>
              <a:blipFill>
                <a:blip r:embed="rId2"/>
                <a:stretch>
                  <a:fillRect t="-12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8540252A-DE6B-BC32-7022-32FBCE74BB65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014015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C3C0-3809-9EEA-BB2E-7A13F8674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25BFD51-285F-A8E0-AEA8-47E29FE67037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556A978-3FCB-2429-24E1-25E11CDC4E5C}"/>
                  </a:ext>
                </a:extLst>
              </p:cNvPr>
              <p:cNvSpPr txBox="1"/>
              <p:nvPr/>
            </p:nvSpPr>
            <p:spPr>
              <a:xfrm>
                <a:off x="0" y="281092"/>
                <a:ext cx="11557416" cy="66120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C.V sobre CURVAS - PROPIEDADES </a:t>
                </a: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200" b="1" u="sng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DEFINICIÓN</a:t>
                </a:r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acc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𝑫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𝒏</m:t>
                        </m:r>
                      </m:sup>
                    </m:sSup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se dice </a:t>
                </a:r>
                <a:r>
                  <a:rPr lang="es-AR" sz="3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conservativo </a:t>
                </a:r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si existe un C.E</a:t>
                </a: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Φ</m:t>
                    </m:r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𝐷</m:t>
                    </m:r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𝑅</m:t>
                        </m:r>
                      </m:e>
                      <m:sup>
                        <m: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𝑛</m:t>
                        </m:r>
                      </m:sup>
                    </m:sSup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𝑅</m:t>
                    </m:r>
                    <m:r>
                      <a:rPr lang="es-AR" sz="3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de modo que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2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∇</m:t>
                        </m:r>
                      </m:e>
                    </m:acc>
                    <m:r>
                      <m:rPr>
                        <m:sty m:val="p"/>
                      </m:rPr>
                      <a:rPr lang="es-AR" sz="3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Φ</m:t>
                    </m:r>
                    <m:r>
                      <a:rPr lang="es-AR" sz="3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2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F</m:t>
                        </m:r>
                      </m:e>
                    </m:acc>
                  </m:oMath>
                </a14:m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r>
                  <a:rPr lang="es-AR" sz="3200" b="1" u="sng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PROPIEDADES</a:t>
                </a:r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:  Sea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𝐹</m:t>
                        </m:r>
                      </m:e>
                    </m:acc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: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𝑫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⊆</m:t>
                    </m:r>
                    <m:sSup>
                      <m:sSupPr>
                        <m:ctrlP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𝟑</m:t>
                        </m:r>
                      </m:sup>
                    </m:sSup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→</m:t>
                    </m:r>
                    <m:sSup>
                      <m:sSupPr>
                        <m:ctrlP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sSupPr>
                      <m:e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𝑹</m:t>
                        </m:r>
                      </m:e>
                      <m:sup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, D simplemente conexo</a:t>
                </a: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AR" sz="3200" b="0" i="1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200" b="0" i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∇</m:t>
                        </m:r>
                      </m:e>
                    </m:acc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×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𝑭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=</m:t>
                    </m:r>
                    <m:acc>
                      <m:accPr>
                        <m:chr m:val="⃗"/>
                        <m:ctrlP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a:rPr lang="es-AR" sz="3200" b="1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𝟎</m:t>
                        </m:r>
                      </m:e>
                    </m:acc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⇒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𝑭</m:t>
                    </m:r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</a:t>
                </a:r>
                <a:r>
                  <a:rPr lang="es-AR" sz="3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conservativo</a:t>
                </a:r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457200" indent="-457200" algn="ctr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32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J</m:t>
                    </m:r>
                    <m:acc>
                      <m:accPr>
                        <m:chr m:val="⃗"/>
                        <m:ctrlPr>
                          <a:rPr lang="es-AR" sz="32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AR" sz="3200" b="0" i="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cs typeface="Aharoni" panose="02010803020104030203" pitchFamily="2" charset="-79"/>
                          </a:rPr>
                          <m:t>F</m:t>
                        </m:r>
                      </m:e>
                    </m:acc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𝒆𝒔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 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𝒔𝒊𝒎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é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𝒕𝒓𝒊𝒄𝒂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⇒</m:t>
                    </m:r>
                    <m:r>
                      <a:rPr lang="es-AR" sz="3200" b="1" i="1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cs typeface="Aharoni" panose="02010803020104030203" pitchFamily="2" charset="-79"/>
                      </a:rPr>
                      <m:t>𝑭</m:t>
                    </m:r>
                  </m:oMath>
                </a14:m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es </a:t>
                </a:r>
                <a:r>
                  <a:rPr lang="es-AR" sz="3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conservativo</a:t>
                </a:r>
                <a:r>
                  <a:rPr lang="es-AR" sz="3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  </a:t>
                </a:r>
              </a:p>
              <a:p>
                <a:pPr algn="ctr"/>
                <a:endParaRPr lang="es-A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556A978-3FCB-2429-24E1-25E11CDC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1092"/>
                <a:ext cx="11557416" cy="6612066"/>
              </a:xfrm>
              <a:prstGeom prst="rect">
                <a:avLst/>
              </a:prstGeom>
              <a:blipFill>
                <a:blip r:embed="rId2"/>
                <a:stretch>
                  <a:fillRect l="-53" t="-1198" r="-26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59D76BB8-90A6-3707-907F-9B1C67C27AA6}"/>
              </a:ext>
            </a:extLst>
          </p:cNvPr>
          <p:cNvSpPr txBox="1"/>
          <p:nvPr/>
        </p:nvSpPr>
        <p:spPr>
          <a:xfrm>
            <a:off x="9921240" y="61264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1863729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6729A-6F15-92AE-D519-8896D669C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26440EF-D828-7E1B-C586-95C79F6D5E41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0579559-4295-8CA9-14A2-10F6305D75A1}"/>
              </a:ext>
            </a:extLst>
          </p:cNvPr>
          <p:cNvSpPr txBox="1"/>
          <p:nvPr/>
        </p:nvSpPr>
        <p:spPr>
          <a:xfrm>
            <a:off x="9533994" y="595453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0D7F95-EB93-4BF6-A1CF-31DFD379305D}"/>
                  </a:ext>
                </a:extLst>
              </p:cNvPr>
              <p:cNvSpPr txBox="1"/>
              <p:nvPr/>
            </p:nvSpPr>
            <p:spPr>
              <a:xfrm>
                <a:off x="599607" y="464695"/>
                <a:ext cx="10852878" cy="33477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dirty="0"/>
                  <a:t>Calcular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AR" sz="3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d>
                            <m:dPr>
                              <m:ctrlP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 , 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AR" sz="3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s-AR" sz="3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AR" sz="3000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nary>
                    </m:oMath>
                  </m:oMathPara>
                </a14:m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Sobre la semicircunferencia inferior de centro (0,0) y radio 1</a:t>
                </a:r>
              </a:p>
              <a:p>
                <a:endParaRPr lang="es-AR" sz="3000" dirty="0"/>
              </a:p>
              <a:p>
                <a:r>
                  <a:rPr lang="es-AR" sz="3000" dirty="0"/>
                  <a:t>Verificando que el campo en cuestión es conservativo</a:t>
                </a: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0D7F95-EB93-4BF6-A1CF-31DFD3793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07" y="464695"/>
                <a:ext cx="10852878" cy="3347711"/>
              </a:xfrm>
              <a:prstGeom prst="rect">
                <a:avLst/>
              </a:prstGeom>
              <a:blipFill>
                <a:blip r:embed="rId2"/>
                <a:stretch>
                  <a:fillRect l="-1291" t="-2186"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65833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D95F-9D31-1DA7-C387-5785F3DF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9719D32-81F6-E6A1-1026-7BF7CA81F353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87DB16B-0CB3-5B52-4F4F-E54EB4448634}"/>
              </a:ext>
            </a:extLst>
          </p:cNvPr>
          <p:cNvSpPr txBox="1"/>
          <p:nvPr/>
        </p:nvSpPr>
        <p:spPr>
          <a:xfrm>
            <a:off x="9533994" y="5954531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A57A13-FEF1-1A7D-0FB4-E8BF70FE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87" y="0"/>
            <a:ext cx="10002646" cy="42296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EC05D7A-9948-A746-2B70-3FE2ABBB5064}"/>
                  </a:ext>
                </a:extLst>
              </p:cNvPr>
              <p:cNvSpPr txBox="1"/>
              <p:nvPr/>
            </p:nvSpPr>
            <p:spPr>
              <a:xfrm>
                <a:off x="-934387" y="1707045"/>
                <a:ext cx="12201994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3000" i="1" dirty="0">
                    <a:latin typeface="Cambria Math" panose="02040503050406030204" pitchFamily="18" charset="0"/>
                  </a:rPr>
                  <a:t> 	      </a:t>
                </a:r>
                <a14:m>
                  <m:oMath xmlns:m="http://schemas.openxmlformats.org/officeDocument/2006/math"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,3</m:t>
                    </m:r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s-AR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s-AR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s-AR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3000" b="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endParaRPr lang="es-AR" sz="3000" dirty="0"/>
              </a:p>
              <a:p>
                <a:r>
                  <a:rPr lang="es-AR" sz="3000" dirty="0"/>
                  <a:t>		</a:t>
                </a:r>
              </a:p>
              <a:p>
                <a:endParaRPr lang="es-AR" sz="3000" dirty="0"/>
              </a:p>
              <a:p>
                <a:r>
                  <a:rPr lang="es-AR" sz="3000" dirty="0"/>
                  <a:t>		</a:t>
                </a:r>
                <a:r>
                  <a:rPr lang="es-AR" sz="3000" b="1" dirty="0"/>
                  <a:t>OBS: La curva tiene fijada un sentido de recorrido</a:t>
                </a:r>
              </a:p>
              <a:p>
                <a:endParaRPr lang="es-AR" sz="3000" dirty="0"/>
              </a:p>
              <a:p>
                <a:r>
                  <a:rPr lang="es-AR" sz="3000" dirty="0"/>
                  <a:t>		</a:t>
                </a:r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6EC05D7A-9948-A746-2B70-3FE2ABBB5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4387" y="1707045"/>
                <a:ext cx="12201994" cy="4247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748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40703-3415-CF1F-7244-381109289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D629FFE-48AF-0721-BE51-5F388F2D8368}"/>
              </a:ext>
            </a:extLst>
          </p:cNvPr>
          <p:cNvSpPr txBox="1"/>
          <p:nvPr/>
        </p:nvSpPr>
        <p:spPr>
          <a:xfrm>
            <a:off x="9768840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>
                <a:solidFill>
                  <a:schemeClr val="bg1"/>
                </a:solidFill>
              </a:rPr>
              <a:t>Sugerencias o dudas</a:t>
            </a:r>
            <a:r>
              <a:rPr lang="es-AR">
                <a:solidFill>
                  <a:schemeClr val="bg1"/>
                </a:solidFill>
              </a:rPr>
              <a:t>: lfages@uade.edu.ar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9913AFD-88FD-FFE1-6F01-E923AC69CFCA}"/>
                  </a:ext>
                </a:extLst>
              </p:cNvPr>
              <p:cNvSpPr txBox="1"/>
              <p:nvPr/>
            </p:nvSpPr>
            <p:spPr>
              <a:xfrm>
                <a:off x="0" y="281092"/>
                <a:ext cx="11557416" cy="94296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sz="3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INTEGRALES de C.V sobre CURVAS - PROPIEDADES </a:t>
                </a:r>
              </a:p>
              <a:p>
                <a:pPr algn="ctr"/>
                <a:endParaRPr lang="es-AR" sz="3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Trabajo de una fuerza</a:t>
                </a:r>
              </a:p>
              <a:p>
                <a:pPr marL="514350" indent="-514350" algn="ctr">
                  <a:buFont typeface="Arial" panose="020B0604020202020204" pitchFamily="34" charset="0"/>
                  <a:buChar char="•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𝑊</m:t>
                      </m:r>
                      <m:d>
                        <m:dPr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dPr>
                        <m:e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𝐹</m:t>
                          </m:r>
                        </m:e>
                      </m:d>
                      <m:r>
                        <a:rPr lang="es-AR" sz="30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Aharoni" panose="02010803020104030203" pitchFamily="2" charset="-79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200" b="1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  <m:r>
                            <a:rPr lang="es-AR" sz="32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2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s-AR" sz="32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𝑠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Arial" panose="020B0604020202020204" pitchFamily="34" charset="0"/>
                  <a:buChar char="•"/>
                </a:pPr>
                <a:r>
                  <a:rPr lang="es-AR" sz="3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 Nova" panose="020B0504020202020204" pitchFamily="34" charset="0"/>
                    <a:cs typeface="Aharoni" panose="02010803020104030203" pitchFamily="2" charset="-79"/>
                  </a:rPr>
                  <a:t>Circulación de un C.V: </a:t>
                </a:r>
              </a:p>
              <a:p>
                <a:pPr algn="ctr"/>
                <a:r>
                  <a:rPr lang="es-AR" sz="2500" b="0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Se denomina así a la integral de un campo vectorial sobre una curva </a:t>
                </a:r>
                <a:r>
                  <a:rPr lang="es-AR" sz="2500" b="1" i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cs typeface="Aharoni" panose="02010803020104030203" pitchFamily="2" charset="-79"/>
                  </a:rPr>
                  <a:t>cerrada</a:t>
                </a:r>
              </a:p>
              <a:p>
                <a:pPr algn="ctr"/>
                <a:endParaRPr lang="es-AR" sz="3000" b="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cs typeface="Aharoni" panose="02010803020104030203" pitchFamily="2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𝐶</m:t>
                          </m:r>
                        </m:sub>
                        <m:sup>
                          <m:r>
                            <a:rPr lang="es-AR" sz="30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 </m:t>
                          </m:r>
                        </m:sup>
                        <m:e>
                          <m:acc>
                            <m:accPr>
                              <m:chr m:val="⃗"/>
                              <m:ctrlP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000" b="0" i="1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𝐹</m:t>
                              </m:r>
                            </m:e>
                          </m:acc>
                          <m:r>
                            <a:rPr lang="es-AR" sz="3200" b="1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⋅</m:t>
                          </m:r>
                          <m:r>
                            <a:rPr lang="es-AR" sz="3200" b="0" i="1" dirty="0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Aharoni" panose="02010803020104030203" pitchFamily="2" charset="-79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s-AR" sz="320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</m:ctrlPr>
                            </m:accPr>
                            <m:e>
                              <m:r>
                                <a:rPr lang="es-AR" sz="3200" b="0" i="1" dirty="0" smtClean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haroni" panose="02010803020104030203" pitchFamily="2" charset="-79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algn="ctr"/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  <a:p>
                <a:pPr marL="514350" indent="-514350" algn="ctr">
                  <a:buFont typeface="+mj-lt"/>
                  <a:buAutoNum type="arabicPeriod"/>
                </a:pPr>
                <a:endParaRPr lang="es-AR" sz="3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 Nova" panose="020B0504020202020204" pitchFamily="34" charset="0"/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9913AFD-88FD-FFE1-6F01-E923AC69C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1092"/>
                <a:ext cx="11557416" cy="9429633"/>
              </a:xfrm>
              <a:prstGeom prst="rect">
                <a:avLst/>
              </a:prstGeom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5420B65C-7192-B1AE-7594-4F6530DB440B}"/>
              </a:ext>
            </a:extLst>
          </p:cNvPr>
          <p:cNvSpPr txBox="1"/>
          <p:nvPr/>
        </p:nvSpPr>
        <p:spPr>
          <a:xfrm>
            <a:off x="9621437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</p:spTree>
    <p:extLst>
      <p:ext uri="{BB962C8B-B14F-4D97-AF65-F5344CB8AC3E}">
        <p14:creationId xmlns:p14="http://schemas.microsoft.com/office/powerpoint/2010/main" val="2592484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2E9C7C-DB60-F5DC-86E7-55A2C907A062}"/>
              </a:ext>
            </a:extLst>
          </p:cNvPr>
          <p:cNvSpPr txBox="1"/>
          <p:nvPr/>
        </p:nvSpPr>
        <p:spPr>
          <a:xfrm>
            <a:off x="9621437" y="5974080"/>
            <a:ext cx="2423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Sugerencias o dudas</a:t>
            </a:r>
            <a:r>
              <a:rPr lang="es-AR" dirty="0"/>
              <a:t>: lfages@uade.edu.ar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9C58CA-9025-A6F2-6ED4-F00629FAB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27"/>
            <a:ext cx="11896240" cy="103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891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E64E4AB930084299D6310910972BCF" ma:contentTypeVersion="4" ma:contentTypeDescription="Crear nuevo documento." ma:contentTypeScope="" ma:versionID="7c36414d06d47e3d3167f4c0d79ad96d">
  <xsd:schema xmlns:xsd="http://www.w3.org/2001/XMLSchema" xmlns:xs="http://www.w3.org/2001/XMLSchema" xmlns:p="http://schemas.microsoft.com/office/2006/metadata/properties" xmlns:ns2="e6951571-1f5f-46db-aa42-ecf55515a371" targetNamespace="http://schemas.microsoft.com/office/2006/metadata/properties" ma:root="true" ma:fieldsID="fc5064cac5e842f271555dd857a006a0" ns2:_="">
    <xsd:import namespace="e6951571-1f5f-46db-aa42-ecf55515a3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951571-1f5f-46db-aa42-ecf55515a3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E55FE5-FCC0-434D-A0BB-1857961C0926}"/>
</file>

<file path=customXml/itemProps2.xml><?xml version="1.0" encoding="utf-8"?>
<ds:datastoreItem xmlns:ds="http://schemas.openxmlformats.org/officeDocument/2006/customXml" ds:itemID="{CB93D5E6-F348-40F6-B2C3-2F8CC189C0D9}"/>
</file>

<file path=customXml/itemProps3.xml><?xml version="1.0" encoding="utf-8"?>
<ds:datastoreItem xmlns:ds="http://schemas.openxmlformats.org/officeDocument/2006/customXml" ds:itemID="{58D2A7CF-F0F8-4822-AD5A-0EA4D6FD75F3}"/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1230</Words>
  <Application>Microsoft Office PowerPoint</Application>
  <PresentationFormat>Panorámica</PresentationFormat>
  <Paragraphs>236</Paragraphs>
  <Slides>23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Aharoni</vt:lpstr>
      <vt:lpstr>Aptos</vt:lpstr>
      <vt:lpstr>Aptos Display</vt:lpstr>
      <vt:lpstr>Arial</vt:lpstr>
      <vt:lpstr>Arial Nova</vt:lpstr>
      <vt:lpstr>Berlin Sans FB Demi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FAGES LUCIANO RODOLFO</dc:creator>
  <cp:lastModifiedBy>FAGES LUCIANO RODOLFO</cp:lastModifiedBy>
  <cp:revision>1</cp:revision>
  <dcterms:created xsi:type="dcterms:W3CDTF">2025-05-12T00:25:51Z</dcterms:created>
  <dcterms:modified xsi:type="dcterms:W3CDTF">2025-05-21T03:21:26Z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0x01010032E64E4AB930084299D6310910972BCF</vt:lpwstr>
  </property>
</Properties>
</file>