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69" r:id="rId2"/>
    <p:sldId id="414" r:id="rId3"/>
    <p:sldId id="413" r:id="rId4"/>
    <p:sldId id="339" r:id="rId5"/>
    <p:sldId id="421" r:id="rId6"/>
    <p:sldId id="256" r:id="rId7"/>
    <p:sldId id="422" r:id="rId8"/>
    <p:sldId id="423" r:id="rId9"/>
    <p:sldId id="424" r:id="rId10"/>
    <p:sldId id="425" r:id="rId11"/>
    <p:sldId id="427" r:id="rId12"/>
    <p:sldId id="373" r:id="rId13"/>
    <p:sldId id="430" r:id="rId14"/>
    <p:sldId id="428" r:id="rId15"/>
    <p:sldId id="429" r:id="rId16"/>
    <p:sldId id="431" r:id="rId17"/>
    <p:sldId id="432" r:id="rId18"/>
    <p:sldId id="434" r:id="rId19"/>
    <p:sldId id="464" r:id="rId20"/>
    <p:sldId id="267" r:id="rId21"/>
    <p:sldId id="270" r:id="rId22"/>
    <p:sldId id="435" r:id="rId23"/>
    <p:sldId id="436" r:id="rId24"/>
    <p:sldId id="439" r:id="rId25"/>
    <p:sldId id="438" r:id="rId26"/>
    <p:sldId id="437" r:id="rId27"/>
    <p:sldId id="442" r:id="rId28"/>
    <p:sldId id="440" r:id="rId29"/>
    <p:sldId id="441" r:id="rId30"/>
    <p:sldId id="443" r:id="rId31"/>
    <p:sldId id="444" r:id="rId32"/>
    <p:sldId id="445" r:id="rId33"/>
    <p:sldId id="462" r:id="rId34"/>
    <p:sldId id="447" r:id="rId35"/>
    <p:sldId id="463" r:id="rId36"/>
    <p:sldId id="446" r:id="rId37"/>
    <p:sldId id="480" r:id="rId38"/>
    <p:sldId id="475" r:id="rId39"/>
    <p:sldId id="476" r:id="rId40"/>
    <p:sldId id="477" r:id="rId41"/>
    <p:sldId id="478" r:id="rId42"/>
    <p:sldId id="461" r:id="rId43"/>
    <p:sldId id="472" r:id="rId44"/>
    <p:sldId id="467" r:id="rId45"/>
    <p:sldId id="465" r:id="rId46"/>
    <p:sldId id="471" r:id="rId47"/>
    <p:sldId id="469" r:id="rId48"/>
    <p:sldId id="470" r:id="rId49"/>
    <p:sldId id="468" r:id="rId50"/>
    <p:sldId id="474" r:id="rId51"/>
    <p:sldId id="479" r:id="rId5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5D147-5441-4B2B-91F1-582E1205FF0D}" v="9115" dt="2025-04-20T22:46:08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GES LUCIANO RODOLFO" userId="224ab6d9-70b5-4e2a-bfb3-d436487689cf" providerId="ADAL" clId="{27C5D147-5441-4B2B-91F1-582E1205FF0D}"/>
    <pc:docChg chg="undo custSel addSld delSld modSld sldOrd">
      <pc:chgData name="FAGES LUCIANO RODOLFO" userId="224ab6d9-70b5-4e2a-bfb3-d436487689cf" providerId="ADAL" clId="{27C5D147-5441-4B2B-91F1-582E1205FF0D}" dt="2025-04-20T22:46:08.262" v="18917" actId="20577"/>
      <pc:docMkLst>
        <pc:docMk/>
      </pc:docMkLst>
      <pc:sldChg chg="addSp modSp new mod ord">
        <pc:chgData name="FAGES LUCIANO RODOLFO" userId="224ab6d9-70b5-4e2a-bfb3-d436487689cf" providerId="ADAL" clId="{27C5D147-5441-4B2B-91F1-582E1205FF0D}" dt="2025-03-26T00:07:22.110" v="1628" actId="20577"/>
        <pc:sldMkLst>
          <pc:docMk/>
          <pc:sldMk cId="156358651" sldId="256"/>
        </pc:sldMkLst>
        <pc:spChg chg="add mod">
          <ac:chgData name="FAGES LUCIANO RODOLFO" userId="224ab6d9-70b5-4e2a-bfb3-d436487689cf" providerId="ADAL" clId="{27C5D147-5441-4B2B-91F1-582E1205FF0D}" dt="2025-03-25T23:36:38.848" v="312"/>
          <ac:spMkLst>
            <pc:docMk/>
            <pc:sldMk cId="156358651" sldId="256"/>
            <ac:spMk id="2" creationId="{C94B500F-AA87-4938-68F2-AA1A86470DF5}"/>
          </ac:spMkLst>
        </pc:spChg>
        <pc:spChg chg="add mod">
          <ac:chgData name="FAGES LUCIANO RODOLFO" userId="224ab6d9-70b5-4e2a-bfb3-d436487689cf" providerId="ADAL" clId="{27C5D147-5441-4B2B-91F1-582E1205FF0D}" dt="2025-03-26T00:07:22.110" v="1628" actId="20577"/>
          <ac:spMkLst>
            <pc:docMk/>
            <pc:sldMk cId="156358651" sldId="256"/>
            <ac:spMk id="3" creationId="{9E68AF31-3608-68B0-3563-01B0CC7822AF}"/>
          </ac:spMkLst>
        </pc:spChg>
      </pc:sldChg>
      <pc:sldChg chg="delSp add ord setBg delDesignElem">
        <pc:chgData name="FAGES LUCIANO RODOLFO" userId="224ab6d9-70b5-4e2a-bfb3-d436487689cf" providerId="ADAL" clId="{27C5D147-5441-4B2B-91F1-582E1205FF0D}" dt="2025-03-26T09:28:54.200" v="4269"/>
        <pc:sldMkLst>
          <pc:docMk/>
          <pc:sldMk cId="2746772246" sldId="267"/>
        </pc:sldMkLst>
      </pc:sldChg>
      <pc:sldChg chg="addSp delSp modSp add mod setBg delDesignElem">
        <pc:chgData name="FAGES LUCIANO RODOLFO" userId="224ab6d9-70b5-4e2a-bfb3-d436487689cf" providerId="ADAL" clId="{27C5D147-5441-4B2B-91F1-582E1205FF0D}" dt="2025-03-26T09:28:28.161" v="4267" actId="962"/>
        <pc:sldMkLst>
          <pc:docMk/>
          <pc:sldMk cId="160862826" sldId="269"/>
        </pc:sldMkLst>
        <pc:spChg chg="mod">
          <ac:chgData name="FAGES LUCIANO RODOLFO" userId="224ab6d9-70b5-4e2a-bfb3-d436487689cf" providerId="ADAL" clId="{27C5D147-5441-4B2B-91F1-582E1205FF0D}" dt="2025-03-26T09:28:21.175" v="4265" actId="26606"/>
          <ac:spMkLst>
            <pc:docMk/>
            <pc:sldMk cId="160862826" sldId="269"/>
            <ac:spMk id="2" creationId="{707B3211-ED93-9BDC-94B9-D279F29DC370}"/>
          </ac:spMkLst>
        </pc:spChg>
        <pc:spChg chg="add">
          <ac:chgData name="FAGES LUCIANO RODOLFO" userId="224ab6d9-70b5-4e2a-bfb3-d436487689cf" providerId="ADAL" clId="{27C5D147-5441-4B2B-91F1-582E1205FF0D}" dt="2025-03-26T09:28:21.175" v="4265" actId="26606"/>
          <ac:spMkLst>
            <pc:docMk/>
            <pc:sldMk cId="160862826" sldId="269"/>
            <ac:spMk id="17" creationId="{04812C46-200A-4DEB-A05E-3ED6C68C2387}"/>
          </ac:spMkLst>
        </pc:spChg>
        <pc:spChg chg="add">
          <ac:chgData name="FAGES LUCIANO RODOLFO" userId="224ab6d9-70b5-4e2a-bfb3-d436487689cf" providerId="ADAL" clId="{27C5D147-5441-4B2B-91F1-582E1205FF0D}" dt="2025-03-26T09:28:21.175" v="4265" actId="26606"/>
          <ac:spMkLst>
            <pc:docMk/>
            <pc:sldMk cId="160862826" sldId="269"/>
            <ac:spMk id="18" creationId="{D1EA859B-E555-4109-94F3-6700E046E008}"/>
          </ac:spMkLst>
        </pc:spChg>
        <pc:picChg chg="mod">
          <ac:chgData name="FAGES LUCIANO RODOLFO" userId="224ab6d9-70b5-4e2a-bfb3-d436487689cf" providerId="ADAL" clId="{27C5D147-5441-4B2B-91F1-582E1205FF0D}" dt="2025-03-26T09:28:28.161" v="4267" actId="962"/>
          <ac:picMkLst>
            <pc:docMk/>
            <pc:sldMk cId="160862826" sldId="269"/>
            <ac:picMk id="4" creationId="{82ED03ED-3EDA-5A05-39CA-200D22851FAB}"/>
          </ac:picMkLst>
        </pc:picChg>
      </pc:sldChg>
      <pc:sldChg chg="add ord">
        <pc:chgData name="FAGES LUCIANO RODOLFO" userId="224ab6d9-70b5-4e2a-bfb3-d436487689cf" providerId="ADAL" clId="{27C5D147-5441-4B2B-91F1-582E1205FF0D}" dt="2025-03-26T09:28:54.200" v="4269"/>
        <pc:sldMkLst>
          <pc:docMk/>
          <pc:sldMk cId="3935602322" sldId="270"/>
        </pc:sldMkLst>
      </pc:sldChg>
      <pc:sldChg chg="modSp add mod">
        <pc:chgData name="FAGES LUCIANO RODOLFO" userId="224ab6d9-70b5-4e2a-bfb3-d436487689cf" providerId="ADAL" clId="{27C5D147-5441-4B2B-91F1-582E1205FF0D}" dt="2025-03-26T00:04:23.908" v="1484" actId="20577"/>
        <pc:sldMkLst>
          <pc:docMk/>
          <pc:sldMk cId="655765137" sldId="339"/>
        </pc:sldMkLst>
        <pc:spChg chg="mod">
          <ac:chgData name="FAGES LUCIANO RODOLFO" userId="224ab6d9-70b5-4e2a-bfb3-d436487689cf" providerId="ADAL" clId="{27C5D147-5441-4B2B-91F1-582E1205FF0D}" dt="2025-03-26T00:04:23.908" v="1484" actId="20577"/>
          <ac:spMkLst>
            <pc:docMk/>
            <pc:sldMk cId="655765137" sldId="339"/>
            <ac:spMk id="3" creationId="{2AB700D2-8426-F31F-1EB6-9CB68CEE865D}"/>
          </ac:spMkLst>
        </pc:spChg>
      </pc:sldChg>
      <pc:sldChg chg="delSp modSp add del mod ord">
        <pc:chgData name="FAGES LUCIANO RODOLFO" userId="224ab6d9-70b5-4e2a-bfb3-d436487689cf" providerId="ADAL" clId="{27C5D147-5441-4B2B-91F1-582E1205FF0D}" dt="2025-03-25T23:36:54.643" v="318" actId="47"/>
        <pc:sldMkLst>
          <pc:docMk/>
          <pc:sldMk cId="125304132" sldId="352"/>
        </pc:sldMkLst>
      </pc:sldChg>
      <pc:sldChg chg="addSp modSp add mod">
        <pc:chgData name="FAGES LUCIANO RODOLFO" userId="224ab6d9-70b5-4e2a-bfb3-d436487689cf" providerId="ADAL" clId="{27C5D147-5441-4B2B-91F1-582E1205FF0D}" dt="2025-04-01T12:04:22.506" v="13200" actId="20577"/>
        <pc:sldMkLst>
          <pc:docMk/>
          <pc:sldMk cId="148874291" sldId="373"/>
        </pc:sldMkLst>
        <pc:spChg chg="add mod">
          <ac:chgData name="FAGES LUCIANO RODOLFO" userId="224ab6d9-70b5-4e2a-bfb3-d436487689cf" providerId="ADAL" clId="{27C5D147-5441-4B2B-91F1-582E1205FF0D}" dt="2025-04-01T12:04:22.506" v="13200" actId="20577"/>
          <ac:spMkLst>
            <pc:docMk/>
            <pc:sldMk cId="148874291" sldId="373"/>
            <ac:spMk id="2" creationId="{7142E8BA-4F4C-B232-3DBD-0039FFB73062}"/>
          </ac:spMkLst>
        </pc:spChg>
      </pc:sldChg>
      <pc:sldChg chg="modSp add mod ord">
        <pc:chgData name="FAGES LUCIANO RODOLFO" userId="224ab6d9-70b5-4e2a-bfb3-d436487689cf" providerId="ADAL" clId="{27C5D147-5441-4B2B-91F1-582E1205FF0D}" dt="2025-03-25T23:32:33.143" v="47"/>
        <pc:sldMkLst>
          <pc:docMk/>
          <pc:sldMk cId="769851931" sldId="413"/>
        </pc:sldMkLst>
        <pc:spChg chg="mod">
          <ac:chgData name="FAGES LUCIANO RODOLFO" userId="224ab6d9-70b5-4e2a-bfb3-d436487689cf" providerId="ADAL" clId="{27C5D147-5441-4B2B-91F1-582E1205FF0D}" dt="2025-03-25T23:32:27.823" v="45" actId="20577"/>
          <ac:spMkLst>
            <pc:docMk/>
            <pc:sldMk cId="769851931" sldId="413"/>
            <ac:spMk id="2" creationId="{9C76E440-CC1E-42C8-8613-B6EA4664F5C9}"/>
          </ac:spMkLst>
        </pc:spChg>
      </pc:sldChg>
      <pc:sldChg chg="add">
        <pc:chgData name="FAGES LUCIANO RODOLFO" userId="224ab6d9-70b5-4e2a-bfb3-d436487689cf" providerId="ADAL" clId="{27C5D147-5441-4B2B-91F1-582E1205FF0D}" dt="2025-03-25T23:36:32.996" v="311" actId="2890"/>
        <pc:sldMkLst>
          <pc:docMk/>
          <pc:sldMk cId="2453542655" sldId="414"/>
        </pc:sldMkLst>
      </pc:sldChg>
      <pc:sldChg chg="modSp add mod">
        <pc:chgData name="FAGES LUCIANO RODOLFO" userId="224ab6d9-70b5-4e2a-bfb3-d436487689cf" providerId="ADAL" clId="{27C5D147-5441-4B2B-91F1-582E1205FF0D}" dt="2025-03-26T00:06:49.447" v="1621" actId="113"/>
        <pc:sldMkLst>
          <pc:docMk/>
          <pc:sldMk cId="1209729467" sldId="421"/>
        </pc:sldMkLst>
        <pc:spChg chg="mod">
          <ac:chgData name="FAGES LUCIANO RODOLFO" userId="224ab6d9-70b5-4e2a-bfb3-d436487689cf" providerId="ADAL" clId="{27C5D147-5441-4B2B-91F1-582E1205FF0D}" dt="2025-03-26T00:06:49.447" v="1621" actId="113"/>
          <ac:spMkLst>
            <pc:docMk/>
            <pc:sldMk cId="1209729467" sldId="421"/>
            <ac:spMk id="3" creationId="{65CAB368-58B0-8E88-BA6B-19C602748FF8}"/>
          </ac:spMkLst>
        </pc:spChg>
      </pc:sldChg>
      <pc:sldChg chg="add del">
        <pc:chgData name="FAGES LUCIANO RODOLFO" userId="224ab6d9-70b5-4e2a-bfb3-d436487689cf" providerId="ADAL" clId="{27C5D147-5441-4B2B-91F1-582E1205FF0D}" dt="2025-03-26T00:02:30.855" v="1441" actId="2890"/>
        <pc:sldMkLst>
          <pc:docMk/>
          <pc:sldMk cId="484456466" sldId="422"/>
        </pc:sldMkLst>
      </pc:sldChg>
      <pc:sldChg chg="modSp add mod">
        <pc:chgData name="FAGES LUCIANO RODOLFO" userId="224ab6d9-70b5-4e2a-bfb3-d436487689cf" providerId="ADAL" clId="{27C5D147-5441-4B2B-91F1-582E1205FF0D}" dt="2025-03-26T00:13:32.764" v="1676" actId="20577"/>
        <pc:sldMkLst>
          <pc:docMk/>
          <pc:sldMk cId="3032270953" sldId="422"/>
        </pc:sldMkLst>
        <pc:spChg chg="mod">
          <ac:chgData name="FAGES LUCIANO RODOLFO" userId="224ab6d9-70b5-4e2a-bfb3-d436487689cf" providerId="ADAL" clId="{27C5D147-5441-4B2B-91F1-582E1205FF0D}" dt="2025-03-26T00:13:32.764" v="1676" actId="20577"/>
          <ac:spMkLst>
            <pc:docMk/>
            <pc:sldMk cId="3032270953" sldId="422"/>
            <ac:spMk id="3" creationId="{F2AB5353-0A17-6C16-4F87-769F4F261C4F}"/>
          </ac:spMkLst>
        </pc:spChg>
      </pc:sldChg>
      <pc:sldChg chg="modSp add mod">
        <pc:chgData name="FAGES LUCIANO RODOLFO" userId="224ab6d9-70b5-4e2a-bfb3-d436487689cf" providerId="ADAL" clId="{27C5D147-5441-4B2B-91F1-582E1205FF0D}" dt="2025-03-26T00:14:48.513" v="1717" actId="20577"/>
        <pc:sldMkLst>
          <pc:docMk/>
          <pc:sldMk cId="1190856410" sldId="423"/>
        </pc:sldMkLst>
        <pc:spChg chg="mod">
          <ac:chgData name="FAGES LUCIANO RODOLFO" userId="224ab6d9-70b5-4e2a-bfb3-d436487689cf" providerId="ADAL" clId="{27C5D147-5441-4B2B-91F1-582E1205FF0D}" dt="2025-03-26T00:14:48.513" v="1717" actId="20577"/>
          <ac:spMkLst>
            <pc:docMk/>
            <pc:sldMk cId="1190856410" sldId="423"/>
            <ac:spMk id="3" creationId="{86FEEA12-4DE7-48B1-9E99-26C939B56BBA}"/>
          </ac:spMkLst>
        </pc:spChg>
      </pc:sldChg>
      <pc:sldChg chg="modSp add mod">
        <pc:chgData name="FAGES LUCIANO RODOLFO" userId="224ab6d9-70b5-4e2a-bfb3-d436487689cf" providerId="ADAL" clId="{27C5D147-5441-4B2B-91F1-582E1205FF0D}" dt="2025-03-29T22:31:52.927" v="4271" actId="20577"/>
        <pc:sldMkLst>
          <pc:docMk/>
          <pc:sldMk cId="144942661" sldId="424"/>
        </pc:sldMkLst>
        <pc:spChg chg="mod">
          <ac:chgData name="FAGES LUCIANO RODOLFO" userId="224ab6d9-70b5-4e2a-bfb3-d436487689cf" providerId="ADAL" clId="{27C5D147-5441-4B2B-91F1-582E1205FF0D}" dt="2025-03-29T22:31:52.927" v="4271" actId="20577"/>
          <ac:spMkLst>
            <pc:docMk/>
            <pc:sldMk cId="144942661" sldId="424"/>
            <ac:spMk id="3" creationId="{BED017C8-4365-EB99-5E01-49C3C45AA78B}"/>
          </ac:spMkLst>
        </pc:spChg>
      </pc:sldChg>
      <pc:sldChg chg="modSp add mod">
        <pc:chgData name="FAGES LUCIANO RODOLFO" userId="224ab6d9-70b5-4e2a-bfb3-d436487689cf" providerId="ADAL" clId="{27C5D147-5441-4B2B-91F1-582E1205FF0D}" dt="2025-03-29T22:32:06.302" v="4275" actId="20577"/>
        <pc:sldMkLst>
          <pc:docMk/>
          <pc:sldMk cId="1221752442" sldId="425"/>
        </pc:sldMkLst>
        <pc:spChg chg="mod">
          <ac:chgData name="FAGES LUCIANO RODOLFO" userId="224ab6d9-70b5-4e2a-bfb3-d436487689cf" providerId="ADAL" clId="{27C5D147-5441-4B2B-91F1-582E1205FF0D}" dt="2025-03-29T22:32:06.302" v="4275" actId="20577"/>
          <ac:spMkLst>
            <pc:docMk/>
            <pc:sldMk cId="1221752442" sldId="425"/>
            <ac:spMk id="3" creationId="{7798566E-9D16-FE5C-4D78-287652A2D5B8}"/>
          </ac:spMkLst>
        </pc:spChg>
      </pc:sldChg>
      <pc:sldChg chg="new del">
        <pc:chgData name="FAGES LUCIANO RODOLFO" userId="224ab6d9-70b5-4e2a-bfb3-d436487689cf" providerId="ADAL" clId="{27C5D147-5441-4B2B-91F1-582E1205FF0D}" dt="2025-03-26T00:21:33.056" v="1800" actId="47"/>
        <pc:sldMkLst>
          <pc:docMk/>
          <pc:sldMk cId="4267944891" sldId="426"/>
        </pc:sldMkLst>
      </pc:sldChg>
      <pc:sldChg chg="modSp add mod">
        <pc:chgData name="FAGES LUCIANO RODOLFO" userId="224ab6d9-70b5-4e2a-bfb3-d436487689cf" providerId="ADAL" clId="{27C5D147-5441-4B2B-91F1-582E1205FF0D}" dt="2025-03-26T00:26:14.035" v="2243" actId="113"/>
        <pc:sldMkLst>
          <pc:docMk/>
          <pc:sldMk cId="830713709" sldId="427"/>
        </pc:sldMkLst>
        <pc:spChg chg="mod">
          <ac:chgData name="FAGES LUCIANO RODOLFO" userId="224ab6d9-70b5-4e2a-bfb3-d436487689cf" providerId="ADAL" clId="{27C5D147-5441-4B2B-91F1-582E1205FF0D}" dt="2025-03-26T00:26:14.035" v="2243" actId="113"/>
          <ac:spMkLst>
            <pc:docMk/>
            <pc:sldMk cId="830713709" sldId="427"/>
            <ac:spMk id="3" creationId="{D3A054FD-B0F7-34EF-164B-A223C77932B2}"/>
          </ac:spMkLst>
        </pc:spChg>
      </pc:sldChg>
      <pc:sldChg chg="new del">
        <pc:chgData name="FAGES LUCIANO RODOLFO" userId="224ab6d9-70b5-4e2a-bfb3-d436487689cf" providerId="ADAL" clId="{27C5D147-5441-4B2B-91F1-582E1205FF0D}" dt="2025-03-26T00:25:41.358" v="2231" actId="680"/>
        <pc:sldMkLst>
          <pc:docMk/>
          <pc:sldMk cId="2090107059" sldId="428"/>
        </pc:sldMkLst>
      </pc:sldChg>
      <pc:sldChg chg="modSp add mod ord">
        <pc:chgData name="FAGES LUCIANO RODOLFO" userId="224ab6d9-70b5-4e2a-bfb3-d436487689cf" providerId="ADAL" clId="{27C5D147-5441-4B2B-91F1-582E1205FF0D}" dt="2025-03-26T00:51:17.424" v="2541" actId="20577"/>
        <pc:sldMkLst>
          <pc:docMk/>
          <pc:sldMk cId="4114262725" sldId="428"/>
        </pc:sldMkLst>
        <pc:spChg chg="mod">
          <ac:chgData name="FAGES LUCIANO RODOLFO" userId="224ab6d9-70b5-4e2a-bfb3-d436487689cf" providerId="ADAL" clId="{27C5D147-5441-4B2B-91F1-582E1205FF0D}" dt="2025-03-26T00:51:17.424" v="2541" actId="20577"/>
          <ac:spMkLst>
            <pc:docMk/>
            <pc:sldMk cId="4114262725" sldId="428"/>
            <ac:spMk id="3" creationId="{C28C44CB-2335-7942-FB40-E7ABE4D5C2ED}"/>
          </ac:spMkLst>
        </pc:spChg>
      </pc:sldChg>
      <pc:sldChg chg="add del">
        <pc:chgData name="FAGES LUCIANO RODOLFO" userId="224ab6d9-70b5-4e2a-bfb3-d436487689cf" providerId="ADAL" clId="{27C5D147-5441-4B2B-91F1-582E1205FF0D}" dt="2025-03-26T00:36:41.947" v="2283" actId="47"/>
        <pc:sldMkLst>
          <pc:docMk/>
          <pc:sldMk cId="398142936" sldId="429"/>
        </pc:sldMkLst>
      </pc:sldChg>
      <pc:sldChg chg="modSp add mod">
        <pc:chgData name="FAGES LUCIANO RODOLFO" userId="224ab6d9-70b5-4e2a-bfb3-d436487689cf" providerId="ADAL" clId="{27C5D147-5441-4B2B-91F1-582E1205FF0D}" dt="2025-03-26T00:42:50.315" v="2418" actId="20577"/>
        <pc:sldMkLst>
          <pc:docMk/>
          <pc:sldMk cId="3687599573" sldId="429"/>
        </pc:sldMkLst>
        <pc:spChg chg="mod">
          <ac:chgData name="FAGES LUCIANO RODOLFO" userId="224ab6d9-70b5-4e2a-bfb3-d436487689cf" providerId="ADAL" clId="{27C5D147-5441-4B2B-91F1-582E1205FF0D}" dt="2025-03-26T00:42:50.315" v="2418" actId="20577"/>
          <ac:spMkLst>
            <pc:docMk/>
            <pc:sldMk cId="3687599573" sldId="429"/>
            <ac:spMk id="3" creationId="{8FF264D8-35D6-E25B-E4D4-5D460EB1B2C2}"/>
          </ac:spMkLst>
        </pc:spChg>
      </pc:sldChg>
      <pc:sldChg chg="add del">
        <pc:chgData name="FAGES LUCIANO RODOLFO" userId="224ab6d9-70b5-4e2a-bfb3-d436487689cf" providerId="ADAL" clId="{27C5D147-5441-4B2B-91F1-582E1205FF0D}" dt="2025-03-26T00:36:41.947" v="2283" actId="47"/>
        <pc:sldMkLst>
          <pc:docMk/>
          <pc:sldMk cId="467827267" sldId="430"/>
        </pc:sldMkLst>
      </pc:sldChg>
      <pc:sldChg chg="modSp add mod ord">
        <pc:chgData name="FAGES LUCIANO RODOLFO" userId="224ab6d9-70b5-4e2a-bfb3-d436487689cf" providerId="ADAL" clId="{27C5D147-5441-4B2B-91F1-582E1205FF0D}" dt="2025-03-26T00:41:45.800" v="2399" actId="20577"/>
        <pc:sldMkLst>
          <pc:docMk/>
          <pc:sldMk cId="3202322017" sldId="430"/>
        </pc:sldMkLst>
        <pc:spChg chg="mod">
          <ac:chgData name="FAGES LUCIANO RODOLFO" userId="224ab6d9-70b5-4e2a-bfb3-d436487689cf" providerId="ADAL" clId="{27C5D147-5441-4B2B-91F1-582E1205FF0D}" dt="2025-03-26T00:41:45.800" v="2399" actId="20577"/>
          <ac:spMkLst>
            <pc:docMk/>
            <pc:sldMk cId="3202322017" sldId="430"/>
            <ac:spMk id="3" creationId="{C3363DA3-D9ED-ECE2-C6F5-12ADE6B8B4B5}"/>
          </ac:spMkLst>
        </pc:spChg>
      </pc:sldChg>
      <pc:sldChg chg="add del">
        <pc:chgData name="FAGES LUCIANO RODOLFO" userId="224ab6d9-70b5-4e2a-bfb3-d436487689cf" providerId="ADAL" clId="{27C5D147-5441-4B2B-91F1-582E1205FF0D}" dt="2025-03-26T00:36:41.947" v="2283" actId="47"/>
        <pc:sldMkLst>
          <pc:docMk/>
          <pc:sldMk cId="1907586218" sldId="431"/>
        </pc:sldMkLst>
      </pc:sldChg>
      <pc:sldChg chg="modSp add mod">
        <pc:chgData name="FAGES LUCIANO RODOLFO" userId="224ab6d9-70b5-4e2a-bfb3-d436487689cf" providerId="ADAL" clId="{27C5D147-5441-4B2B-91F1-582E1205FF0D}" dt="2025-04-01T12:02:01.049" v="13124" actId="20577"/>
        <pc:sldMkLst>
          <pc:docMk/>
          <pc:sldMk cId="2138418223" sldId="431"/>
        </pc:sldMkLst>
        <pc:spChg chg="mod">
          <ac:chgData name="FAGES LUCIANO RODOLFO" userId="224ab6d9-70b5-4e2a-bfb3-d436487689cf" providerId="ADAL" clId="{27C5D147-5441-4B2B-91F1-582E1205FF0D}" dt="2025-04-01T12:02:01.049" v="13124" actId="20577"/>
          <ac:spMkLst>
            <pc:docMk/>
            <pc:sldMk cId="2138418223" sldId="431"/>
            <ac:spMk id="3" creationId="{89CB4725-2C49-BA72-944A-1F2280BF9B30}"/>
          </ac:spMkLst>
        </pc:spChg>
      </pc:sldChg>
      <pc:sldChg chg="modSp add mod">
        <pc:chgData name="FAGES LUCIANO RODOLFO" userId="224ab6d9-70b5-4e2a-bfb3-d436487689cf" providerId="ADAL" clId="{27C5D147-5441-4B2B-91F1-582E1205FF0D}" dt="2025-04-01T12:07:21.218" v="13459" actId="21"/>
        <pc:sldMkLst>
          <pc:docMk/>
          <pc:sldMk cId="653085248" sldId="432"/>
        </pc:sldMkLst>
        <pc:spChg chg="mod">
          <ac:chgData name="FAGES LUCIANO RODOLFO" userId="224ab6d9-70b5-4e2a-bfb3-d436487689cf" providerId="ADAL" clId="{27C5D147-5441-4B2B-91F1-582E1205FF0D}" dt="2025-04-01T12:07:21.218" v="13459" actId="21"/>
          <ac:spMkLst>
            <pc:docMk/>
            <pc:sldMk cId="653085248" sldId="432"/>
            <ac:spMk id="3" creationId="{C0EA9219-16CD-998E-F09B-600E5413066C}"/>
          </ac:spMkLst>
        </pc:spChg>
      </pc:sldChg>
      <pc:sldChg chg="modSp add del mod">
        <pc:chgData name="FAGES LUCIANO RODOLFO" userId="224ab6d9-70b5-4e2a-bfb3-d436487689cf" providerId="ADAL" clId="{27C5D147-5441-4B2B-91F1-582E1205FF0D}" dt="2025-03-26T00:50:53.092" v="2534" actId="47"/>
        <pc:sldMkLst>
          <pc:docMk/>
          <pc:sldMk cId="1019260511" sldId="433"/>
        </pc:sldMkLst>
      </pc:sldChg>
      <pc:sldChg chg="modSp add mod">
        <pc:chgData name="FAGES LUCIANO RODOLFO" userId="224ab6d9-70b5-4e2a-bfb3-d436487689cf" providerId="ADAL" clId="{27C5D147-5441-4B2B-91F1-582E1205FF0D}" dt="2025-04-01T12:02:48.590" v="13139" actId="20577"/>
        <pc:sldMkLst>
          <pc:docMk/>
          <pc:sldMk cId="3445512847" sldId="434"/>
        </pc:sldMkLst>
        <pc:spChg chg="mod">
          <ac:chgData name="FAGES LUCIANO RODOLFO" userId="224ab6d9-70b5-4e2a-bfb3-d436487689cf" providerId="ADAL" clId="{27C5D147-5441-4B2B-91F1-582E1205FF0D}" dt="2025-04-01T12:02:48.590" v="13139" actId="20577"/>
          <ac:spMkLst>
            <pc:docMk/>
            <pc:sldMk cId="3445512847" sldId="434"/>
            <ac:spMk id="3" creationId="{AA2A89A6-A9ED-F286-7F78-300D3FE3509B}"/>
          </ac:spMkLst>
        </pc:spChg>
      </pc:sldChg>
      <pc:sldChg chg="modSp add mod">
        <pc:chgData name="FAGES LUCIANO RODOLFO" userId="224ab6d9-70b5-4e2a-bfb3-d436487689cf" providerId="ADAL" clId="{27C5D147-5441-4B2B-91F1-582E1205FF0D}" dt="2025-03-26T01:09:02.103" v="3192" actId="20577"/>
        <pc:sldMkLst>
          <pc:docMk/>
          <pc:sldMk cId="2818115996" sldId="435"/>
        </pc:sldMkLst>
        <pc:spChg chg="mod">
          <ac:chgData name="FAGES LUCIANO RODOLFO" userId="224ab6d9-70b5-4e2a-bfb3-d436487689cf" providerId="ADAL" clId="{27C5D147-5441-4B2B-91F1-582E1205FF0D}" dt="2025-03-26T01:09:02.103" v="3192" actId="20577"/>
          <ac:spMkLst>
            <pc:docMk/>
            <pc:sldMk cId="2818115996" sldId="435"/>
            <ac:spMk id="3" creationId="{D86774E6-EC1C-3DD3-F6A2-8AA600A43186}"/>
          </ac:spMkLst>
        </pc:spChg>
      </pc:sldChg>
      <pc:sldChg chg="modSp add mod">
        <pc:chgData name="FAGES LUCIANO RODOLFO" userId="224ab6d9-70b5-4e2a-bfb3-d436487689cf" providerId="ADAL" clId="{27C5D147-5441-4B2B-91F1-582E1205FF0D}" dt="2025-03-26T01:13:00.019" v="3314" actId="20577"/>
        <pc:sldMkLst>
          <pc:docMk/>
          <pc:sldMk cId="3472386443" sldId="436"/>
        </pc:sldMkLst>
        <pc:spChg chg="mod">
          <ac:chgData name="FAGES LUCIANO RODOLFO" userId="224ab6d9-70b5-4e2a-bfb3-d436487689cf" providerId="ADAL" clId="{27C5D147-5441-4B2B-91F1-582E1205FF0D}" dt="2025-03-26T01:13:00.019" v="3314" actId="20577"/>
          <ac:spMkLst>
            <pc:docMk/>
            <pc:sldMk cId="3472386443" sldId="436"/>
            <ac:spMk id="3" creationId="{E8073018-BDB3-9F47-18E3-F31A737F5202}"/>
          </ac:spMkLst>
        </pc:spChg>
      </pc:sldChg>
      <pc:sldChg chg="modSp add mod">
        <pc:chgData name="FAGES LUCIANO RODOLFO" userId="224ab6d9-70b5-4e2a-bfb3-d436487689cf" providerId="ADAL" clId="{27C5D147-5441-4B2B-91F1-582E1205FF0D}" dt="2025-03-26T01:11:15.490" v="3239" actId="20577"/>
        <pc:sldMkLst>
          <pc:docMk/>
          <pc:sldMk cId="1848027630" sldId="437"/>
        </pc:sldMkLst>
        <pc:spChg chg="mod">
          <ac:chgData name="FAGES LUCIANO RODOLFO" userId="224ab6d9-70b5-4e2a-bfb3-d436487689cf" providerId="ADAL" clId="{27C5D147-5441-4B2B-91F1-582E1205FF0D}" dt="2025-03-26T01:11:15.490" v="3239" actId="20577"/>
          <ac:spMkLst>
            <pc:docMk/>
            <pc:sldMk cId="1848027630" sldId="437"/>
            <ac:spMk id="3" creationId="{33E6556A-36FD-FC7A-94C7-0CDB86AA2643}"/>
          </ac:spMkLst>
        </pc:spChg>
      </pc:sldChg>
      <pc:sldChg chg="addSp modSp add mod">
        <pc:chgData name="FAGES LUCIANO RODOLFO" userId="224ab6d9-70b5-4e2a-bfb3-d436487689cf" providerId="ADAL" clId="{27C5D147-5441-4B2B-91F1-582E1205FF0D}" dt="2025-03-26T01:12:27.673" v="3305" actId="113"/>
        <pc:sldMkLst>
          <pc:docMk/>
          <pc:sldMk cId="1539685457" sldId="438"/>
        </pc:sldMkLst>
        <pc:spChg chg="mod">
          <ac:chgData name="FAGES LUCIANO RODOLFO" userId="224ab6d9-70b5-4e2a-bfb3-d436487689cf" providerId="ADAL" clId="{27C5D147-5441-4B2B-91F1-582E1205FF0D}" dt="2025-03-26T01:12:27.673" v="3305" actId="113"/>
          <ac:spMkLst>
            <pc:docMk/>
            <pc:sldMk cId="1539685457" sldId="438"/>
            <ac:spMk id="3" creationId="{8B2A9660-D47D-18B3-51AF-FE9F66D1E1BF}"/>
          </ac:spMkLst>
        </pc:spChg>
        <pc:picChg chg="add mod">
          <ac:chgData name="FAGES LUCIANO RODOLFO" userId="224ab6d9-70b5-4e2a-bfb3-d436487689cf" providerId="ADAL" clId="{27C5D147-5441-4B2B-91F1-582E1205FF0D}" dt="2025-03-26T01:12:21.916" v="3304" actId="1076"/>
          <ac:picMkLst>
            <pc:docMk/>
            <pc:sldMk cId="1539685457" sldId="438"/>
            <ac:picMk id="4" creationId="{7B496733-0CF2-0E9E-F825-0713A4C86CCE}"/>
          </ac:picMkLst>
        </pc:picChg>
        <pc:picChg chg="add mod">
          <ac:chgData name="FAGES LUCIANO RODOLFO" userId="224ab6d9-70b5-4e2a-bfb3-d436487689cf" providerId="ADAL" clId="{27C5D147-5441-4B2B-91F1-582E1205FF0D}" dt="2025-03-26T01:12:21.916" v="3304" actId="1076"/>
          <ac:picMkLst>
            <pc:docMk/>
            <pc:sldMk cId="1539685457" sldId="438"/>
            <ac:picMk id="5" creationId="{A4A7E7A5-B02F-B66D-5DF9-DAC8A3896707}"/>
          </ac:picMkLst>
        </pc:picChg>
      </pc:sldChg>
      <pc:sldChg chg="modSp add mod">
        <pc:chgData name="FAGES LUCIANO RODOLFO" userId="224ab6d9-70b5-4e2a-bfb3-d436487689cf" providerId="ADAL" clId="{27C5D147-5441-4B2B-91F1-582E1205FF0D}" dt="2025-03-26T01:14:53.042" v="3551" actId="20577"/>
        <pc:sldMkLst>
          <pc:docMk/>
          <pc:sldMk cId="2552733852" sldId="439"/>
        </pc:sldMkLst>
        <pc:spChg chg="mod">
          <ac:chgData name="FAGES LUCIANO RODOLFO" userId="224ab6d9-70b5-4e2a-bfb3-d436487689cf" providerId="ADAL" clId="{27C5D147-5441-4B2B-91F1-582E1205FF0D}" dt="2025-03-26T01:14:53.042" v="3551" actId="20577"/>
          <ac:spMkLst>
            <pc:docMk/>
            <pc:sldMk cId="2552733852" sldId="439"/>
            <ac:spMk id="3" creationId="{E3E325AB-DC58-4202-F6A0-A738018050F5}"/>
          </ac:spMkLst>
        </pc:spChg>
      </pc:sldChg>
      <pc:sldChg chg="modSp add">
        <pc:chgData name="FAGES LUCIANO RODOLFO" userId="224ab6d9-70b5-4e2a-bfb3-d436487689cf" providerId="ADAL" clId="{27C5D147-5441-4B2B-91F1-582E1205FF0D}" dt="2025-03-26T01:16:04.433" v="3563" actId="20577"/>
        <pc:sldMkLst>
          <pc:docMk/>
          <pc:sldMk cId="4004731456" sldId="440"/>
        </pc:sldMkLst>
        <pc:spChg chg="mod">
          <ac:chgData name="FAGES LUCIANO RODOLFO" userId="224ab6d9-70b5-4e2a-bfb3-d436487689cf" providerId="ADAL" clId="{27C5D147-5441-4B2B-91F1-582E1205FF0D}" dt="2025-03-26T01:16:04.433" v="3563" actId="20577"/>
          <ac:spMkLst>
            <pc:docMk/>
            <pc:sldMk cId="4004731456" sldId="440"/>
            <ac:spMk id="3" creationId="{DE7E9B04-9489-8A4D-25CA-709ADE34CEF1}"/>
          </ac:spMkLst>
        </pc:spChg>
      </pc:sldChg>
      <pc:sldChg chg="modSp add mod">
        <pc:chgData name="FAGES LUCIANO RODOLFO" userId="224ab6d9-70b5-4e2a-bfb3-d436487689cf" providerId="ADAL" clId="{27C5D147-5441-4B2B-91F1-582E1205FF0D}" dt="2025-03-26T01:19:41.728" v="3634" actId="20577"/>
        <pc:sldMkLst>
          <pc:docMk/>
          <pc:sldMk cId="452716005" sldId="441"/>
        </pc:sldMkLst>
        <pc:spChg chg="mod">
          <ac:chgData name="FAGES LUCIANO RODOLFO" userId="224ab6d9-70b5-4e2a-bfb3-d436487689cf" providerId="ADAL" clId="{27C5D147-5441-4B2B-91F1-582E1205FF0D}" dt="2025-03-26T01:19:41.728" v="3634" actId="20577"/>
          <ac:spMkLst>
            <pc:docMk/>
            <pc:sldMk cId="452716005" sldId="441"/>
            <ac:spMk id="3" creationId="{7E628ADD-F677-876D-063C-0EEA2DD7F4AD}"/>
          </ac:spMkLst>
        </pc:spChg>
      </pc:sldChg>
      <pc:sldChg chg="modSp add mod ord">
        <pc:chgData name="FAGES LUCIANO RODOLFO" userId="224ab6d9-70b5-4e2a-bfb3-d436487689cf" providerId="ADAL" clId="{27C5D147-5441-4B2B-91F1-582E1205FF0D}" dt="2025-03-26T01:27:19.073" v="4259"/>
        <pc:sldMkLst>
          <pc:docMk/>
          <pc:sldMk cId="1964027594" sldId="442"/>
        </pc:sldMkLst>
        <pc:spChg chg="mod">
          <ac:chgData name="FAGES LUCIANO RODOLFO" userId="224ab6d9-70b5-4e2a-bfb3-d436487689cf" providerId="ADAL" clId="{27C5D147-5441-4B2B-91F1-582E1205FF0D}" dt="2025-03-26T01:25:20.793" v="4230" actId="113"/>
          <ac:spMkLst>
            <pc:docMk/>
            <pc:sldMk cId="1964027594" sldId="442"/>
            <ac:spMk id="3" creationId="{E253AE28-672C-CF1E-7B0D-31D54217D647}"/>
          </ac:spMkLst>
        </pc:spChg>
      </pc:sldChg>
      <pc:sldChg chg="modSp add mod ord">
        <pc:chgData name="FAGES LUCIANO RODOLFO" userId="224ab6d9-70b5-4e2a-bfb3-d436487689cf" providerId="ADAL" clId="{27C5D147-5441-4B2B-91F1-582E1205FF0D}" dt="2025-03-26T01:26:18.782" v="4257" actId="20577"/>
        <pc:sldMkLst>
          <pc:docMk/>
          <pc:sldMk cId="325150109" sldId="443"/>
        </pc:sldMkLst>
        <pc:spChg chg="mod">
          <ac:chgData name="FAGES LUCIANO RODOLFO" userId="224ab6d9-70b5-4e2a-bfb3-d436487689cf" providerId="ADAL" clId="{27C5D147-5441-4B2B-91F1-582E1205FF0D}" dt="2025-03-26T01:26:18.782" v="4257" actId="20577"/>
          <ac:spMkLst>
            <pc:docMk/>
            <pc:sldMk cId="325150109" sldId="443"/>
            <ac:spMk id="2" creationId="{39759864-B902-45BD-0D18-E46DE42A1D20}"/>
          </ac:spMkLst>
        </pc:spChg>
      </pc:sldChg>
      <pc:sldChg chg="addSp modSp new mod modAnim">
        <pc:chgData name="FAGES LUCIANO RODOLFO" userId="224ab6d9-70b5-4e2a-bfb3-d436487689cf" providerId="ADAL" clId="{27C5D147-5441-4B2B-91F1-582E1205FF0D}" dt="2025-03-30T12:41:25.029" v="6127"/>
        <pc:sldMkLst>
          <pc:docMk/>
          <pc:sldMk cId="3800906619" sldId="444"/>
        </pc:sldMkLst>
        <pc:spChg chg="add mod">
          <ac:chgData name="FAGES LUCIANO RODOLFO" userId="224ab6d9-70b5-4e2a-bfb3-d436487689cf" providerId="ADAL" clId="{27C5D147-5441-4B2B-91F1-582E1205FF0D}" dt="2025-03-30T12:40:54.557" v="6124" actId="1076"/>
          <ac:spMkLst>
            <pc:docMk/>
            <pc:sldMk cId="3800906619" sldId="444"/>
            <ac:spMk id="2" creationId="{22BB0959-F95D-820C-64AC-28C5077B9BAD}"/>
          </ac:spMkLst>
        </pc:spChg>
        <pc:spChg chg="add mod">
          <ac:chgData name="FAGES LUCIANO RODOLFO" userId="224ab6d9-70b5-4e2a-bfb3-d436487689cf" providerId="ADAL" clId="{27C5D147-5441-4B2B-91F1-582E1205FF0D}" dt="2025-03-30T12:40:54.557" v="6124" actId="1076"/>
          <ac:spMkLst>
            <pc:docMk/>
            <pc:sldMk cId="3800906619" sldId="444"/>
            <ac:spMk id="4" creationId="{EAAED299-604F-EF78-7B8D-AC6E1C0A53F8}"/>
          </ac:spMkLst>
        </pc:spChg>
        <pc:spChg chg="add mod">
          <ac:chgData name="FAGES LUCIANO RODOLFO" userId="224ab6d9-70b5-4e2a-bfb3-d436487689cf" providerId="ADAL" clId="{27C5D147-5441-4B2B-91F1-582E1205FF0D}" dt="2025-03-30T11:48:23.962" v="4524" actId="1076"/>
          <ac:spMkLst>
            <pc:docMk/>
            <pc:sldMk cId="3800906619" sldId="444"/>
            <ac:spMk id="5" creationId="{93A7A974-A237-128C-9337-73AC0F619683}"/>
          </ac:spMkLst>
        </pc:spChg>
        <pc:spChg chg="add mod">
          <ac:chgData name="FAGES LUCIANO RODOLFO" userId="224ab6d9-70b5-4e2a-bfb3-d436487689cf" providerId="ADAL" clId="{27C5D147-5441-4B2B-91F1-582E1205FF0D}" dt="2025-03-30T11:49:16.717" v="4562" actId="1076"/>
          <ac:spMkLst>
            <pc:docMk/>
            <pc:sldMk cId="3800906619" sldId="444"/>
            <ac:spMk id="8" creationId="{D7F8F0E9-4D9C-FA50-9EE0-E5D683FB3D63}"/>
          </ac:spMkLst>
        </pc:spChg>
        <pc:spChg chg="add mod">
          <ac:chgData name="FAGES LUCIANO RODOLFO" userId="224ab6d9-70b5-4e2a-bfb3-d436487689cf" providerId="ADAL" clId="{27C5D147-5441-4B2B-91F1-582E1205FF0D}" dt="2025-03-30T11:50:13.914" v="4606"/>
          <ac:spMkLst>
            <pc:docMk/>
            <pc:sldMk cId="3800906619" sldId="444"/>
            <ac:spMk id="9" creationId="{3F71DB6C-6FF7-2700-0E69-EE80344AF6A0}"/>
          </ac:spMkLst>
        </pc:spChg>
      </pc:sldChg>
      <pc:sldChg chg="addSp modSp new mod">
        <pc:chgData name="FAGES LUCIANO RODOLFO" userId="224ab6d9-70b5-4e2a-bfb3-d436487689cf" providerId="ADAL" clId="{27C5D147-5441-4B2B-91F1-582E1205FF0D}" dt="2025-03-30T12:08:36.777" v="5305" actId="207"/>
        <pc:sldMkLst>
          <pc:docMk/>
          <pc:sldMk cId="2407454889" sldId="445"/>
        </pc:sldMkLst>
        <pc:spChg chg="add mod">
          <ac:chgData name="FAGES LUCIANO RODOLFO" userId="224ab6d9-70b5-4e2a-bfb3-d436487689cf" providerId="ADAL" clId="{27C5D147-5441-4B2B-91F1-582E1205FF0D}" dt="2025-03-30T11:50:11.792" v="4605"/>
          <ac:spMkLst>
            <pc:docMk/>
            <pc:sldMk cId="2407454889" sldId="445"/>
            <ac:spMk id="2" creationId="{E1A85589-D605-FF26-9673-F6D8718CF093}"/>
          </ac:spMkLst>
        </pc:spChg>
        <pc:spChg chg="add mod">
          <ac:chgData name="FAGES LUCIANO RODOLFO" userId="224ab6d9-70b5-4e2a-bfb3-d436487689cf" providerId="ADAL" clId="{27C5D147-5441-4B2B-91F1-582E1205FF0D}" dt="2025-03-30T12:08:36.777" v="5305" actId="207"/>
          <ac:spMkLst>
            <pc:docMk/>
            <pc:sldMk cId="2407454889" sldId="445"/>
            <ac:spMk id="3" creationId="{1D8614D6-6980-E6B5-83C2-0917CCB83418}"/>
          </ac:spMkLst>
        </pc:spChg>
      </pc:sldChg>
      <pc:sldChg chg="modSp add mod ord">
        <pc:chgData name="FAGES LUCIANO RODOLFO" userId="224ab6d9-70b5-4e2a-bfb3-d436487689cf" providerId="ADAL" clId="{27C5D147-5441-4B2B-91F1-582E1205FF0D}" dt="2025-04-08T13:12:29.473" v="18185"/>
        <pc:sldMkLst>
          <pc:docMk/>
          <pc:sldMk cId="3320296470" sldId="446"/>
        </pc:sldMkLst>
        <pc:spChg chg="mod">
          <ac:chgData name="FAGES LUCIANO RODOLFO" userId="224ab6d9-70b5-4e2a-bfb3-d436487689cf" providerId="ADAL" clId="{27C5D147-5441-4B2B-91F1-582E1205FF0D}" dt="2025-04-08T12:45:18.733" v="17981" actId="20577"/>
          <ac:spMkLst>
            <pc:docMk/>
            <pc:sldMk cId="3320296470" sldId="446"/>
            <ac:spMk id="3" creationId="{459D3EA4-B374-DC22-9108-0332CF98EA6A}"/>
          </ac:spMkLst>
        </pc:spChg>
      </pc:sldChg>
      <pc:sldChg chg="modSp add mod modAnim">
        <pc:chgData name="FAGES LUCIANO RODOLFO" userId="224ab6d9-70b5-4e2a-bfb3-d436487689cf" providerId="ADAL" clId="{27C5D147-5441-4B2B-91F1-582E1205FF0D}" dt="2025-04-01T12:11:02.228" v="13553"/>
        <pc:sldMkLst>
          <pc:docMk/>
          <pc:sldMk cId="2354165622" sldId="447"/>
        </pc:sldMkLst>
        <pc:spChg chg="mod">
          <ac:chgData name="FAGES LUCIANO RODOLFO" userId="224ab6d9-70b5-4e2a-bfb3-d436487689cf" providerId="ADAL" clId="{27C5D147-5441-4B2B-91F1-582E1205FF0D}" dt="2025-04-01T12:10:29.877" v="13542" actId="6549"/>
          <ac:spMkLst>
            <pc:docMk/>
            <pc:sldMk cId="2354165622" sldId="447"/>
            <ac:spMk id="3" creationId="{60799540-1095-9D2C-E9AE-78F078D26805}"/>
          </ac:spMkLst>
        </pc:spChg>
      </pc:sldChg>
      <pc:sldChg chg="modSp add del modAnim">
        <pc:chgData name="FAGES LUCIANO RODOLFO" userId="224ab6d9-70b5-4e2a-bfb3-d436487689cf" providerId="ADAL" clId="{27C5D147-5441-4B2B-91F1-582E1205FF0D}" dt="2025-03-30T16:18:24.977" v="12200" actId="47"/>
        <pc:sldMkLst>
          <pc:docMk/>
          <pc:sldMk cId="1014489284" sldId="448"/>
        </pc:sldMkLst>
      </pc:sldChg>
      <pc:sldChg chg="addSp delSp modSp add del mod ord setBg">
        <pc:chgData name="FAGES LUCIANO RODOLFO" userId="224ab6d9-70b5-4e2a-bfb3-d436487689cf" providerId="ADAL" clId="{27C5D147-5441-4B2B-91F1-582E1205FF0D}" dt="2025-04-08T12:43:45.816" v="17958" actId="47"/>
        <pc:sldMkLst>
          <pc:docMk/>
          <pc:sldMk cId="4266892253" sldId="449"/>
        </pc:sldMkLst>
      </pc:sldChg>
      <pc:sldChg chg="modSp add del mod">
        <pc:chgData name="FAGES LUCIANO RODOLFO" userId="224ab6d9-70b5-4e2a-bfb3-d436487689cf" providerId="ADAL" clId="{27C5D147-5441-4B2B-91F1-582E1205FF0D}" dt="2025-03-30T13:46:27.706" v="7379" actId="47"/>
        <pc:sldMkLst>
          <pc:docMk/>
          <pc:sldMk cId="3464579099" sldId="450"/>
        </pc:sldMkLst>
      </pc:sldChg>
      <pc:sldChg chg="addSp delSp modSp add del mod ord setBg modAnim">
        <pc:chgData name="FAGES LUCIANO RODOLFO" userId="224ab6d9-70b5-4e2a-bfb3-d436487689cf" providerId="ADAL" clId="{27C5D147-5441-4B2B-91F1-582E1205FF0D}" dt="2025-04-08T12:43:46.869" v="17959" actId="47"/>
        <pc:sldMkLst>
          <pc:docMk/>
          <pc:sldMk cId="1187089095" sldId="451"/>
        </pc:sldMkLst>
      </pc:sldChg>
      <pc:sldChg chg="modSp add del mod">
        <pc:chgData name="FAGES LUCIANO RODOLFO" userId="224ab6d9-70b5-4e2a-bfb3-d436487689cf" providerId="ADAL" clId="{27C5D147-5441-4B2B-91F1-582E1205FF0D}" dt="2025-03-30T15:53:28.637" v="11426" actId="47"/>
        <pc:sldMkLst>
          <pc:docMk/>
          <pc:sldMk cId="1716927369" sldId="452"/>
        </pc:sldMkLst>
      </pc:sldChg>
      <pc:sldChg chg="addSp delSp modSp add del mod ord setBg">
        <pc:chgData name="FAGES LUCIANO RODOLFO" userId="224ab6d9-70b5-4e2a-bfb3-d436487689cf" providerId="ADAL" clId="{27C5D147-5441-4B2B-91F1-582E1205FF0D}" dt="2025-04-08T12:43:47.657" v="17960" actId="47"/>
        <pc:sldMkLst>
          <pc:docMk/>
          <pc:sldMk cId="1881748031" sldId="453"/>
        </pc:sldMkLst>
      </pc:sldChg>
      <pc:sldChg chg="addSp delSp modSp add del mod ord">
        <pc:chgData name="FAGES LUCIANO RODOLFO" userId="224ab6d9-70b5-4e2a-bfb3-d436487689cf" providerId="ADAL" clId="{27C5D147-5441-4B2B-91F1-582E1205FF0D}" dt="2025-03-30T16:44:34.711" v="12791" actId="47"/>
        <pc:sldMkLst>
          <pc:docMk/>
          <pc:sldMk cId="2175527328" sldId="454"/>
        </pc:sldMkLst>
      </pc:sldChg>
      <pc:sldChg chg="modSp add del mod">
        <pc:chgData name="FAGES LUCIANO RODOLFO" userId="224ab6d9-70b5-4e2a-bfb3-d436487689cf" providerId="ADAL" clId="{27C5D147-5441-4B2B-91F1-582E1205FF0D}" dt="2025-03-30T16:45:45.563" v="12792" actId="47"/>
        <pc:sldMkLst>
          <pc:docMk/>
          <pc:sldMk cId="4249927263" sldId="455"/>
        </pc:sldMkLst>
      </pc:sldChg>
      <pc:sldChg chg="addSp modSp add del mod modAnim">
        <pc:chgData name="FAGES LUCIANO RODOLFO" userId="224ab6d9-70b5-4e2a-bfb3-d436487689cf" providerId="ADAL" clId="{27C5D147-5441-4B2B-91F1-582E1205FF0D}" dt="2025-03-30T16:45:45.563" v="12792" actId="47"/>
        <pc:sldMkLst>
          <pc:docMk/>
          <pc:sldMk cId="192678609" sldId="456"/>
        </pc:sldMkLst>
      </pc:sldChg>
      <pc:sldChg chg="modSp add del mod">
        <pc:chgData name="FAGES LUCIANO RODOLFO" userId="224ab6d9-70b5-4e2a-bfb3-d436487689cf" providerId="ADAL" clId="{27C5D147-5441-4B2B-91F1-582E1205FF0D}" dt="2025-03-30T16:45:45.563" v="12792" actId="47"/>
        <pc:sldMkLst>
          <pc:docMk/>
          <pc:sldMk cId="2988520006" sldId="457"/>
        </pc:sldMkLst>
      </pc:sldChg>
      <pc:sldChg chg="addSp delSp modSp add del mod setBg">
        <pc:chgData name="FAGES LUCIANO RODOLFO" userId="224ab6d9-70b5-4e2a-bfb3-d436487689cf" providerId="ADAL" clId="{27C5D147-5441-4B2B-91F1-582E1205FF0D}" dt="2025-04-08T12:43:51.364" v="17961" actId="47"/>
        <pc:sldMkLst>
          <pc:docMk/>
          <pc:sldMk cId="2428285286" sldId="458"/>
        </pc:sldMkLst>
      </pc:sldChg>
      <pc:sldChg chg="addSp delSp modSp add del mod">
        <pc:chgData name="FAGES LUCIANO RODOLFO" userId="224ab6d9-70b5-4e2a-bfb3-d436487689cf" providerId="ADAL" clId="{27C5D147-5441-4B2B-91F1-582E1205FF0D}" dt="2025-03-30T15:34:54.908" v="10278" actId="47"/>
        <pc:sldMkLst>
          <pc:docMk/>
          <pc:sldMk cId="2979852133" sldId="459"/>
        </pc:sldMkLst>
      </pc:sldChg>
      <pc:sldChg chg="addSp modSp add del mod ord">
        <pc:chgData name="FAGES LUCIANO RODOLFO" userId="224ab6d9-70b5-4e2a-bfb3-d436487689cf" providerId="ADAL" clId="{27C5D147-5441-4B2B-91F1-582E1205FF0D}" dt="2025-04-08T12:44:44.073" v="17972" actId="47"/>
        <pc:sldMkLst>
          <pc:docMk/>
          <pc:sldMk cId="1433343763" sldId="460"/>
        </pc:sldMkLst>
      </pc:sldChg>
      <pc:sldChg chg="addSp modSp add mod ord modAnim">
        <pc:chgData name="FAGES LUCIANO RODOLFO" userId="224ab6d9-70b5-4e2a-bfb3-d436487689cf" providerId="ADAL" clId="{27C5D147-5441-4B2B-91F1-582E1205FF0D}" dt="2025-04-08T12:44:41.392" v="17971" actId="20577"/>
        <pc:sldMkLst>
          <pc:docMk/>
          <pc:sldMk cId="2925075530" sldId="461"/>
        </pc:sldMkLst>
        <pc:spChg chg="mod">
          <ac:chgData name="FAGES LUCIANO RODOLFO" userId="224ab6d9-70b5-4e2a-bfb3-d436487689cf" providerId="ADAL" clId="{27C5D147-5441-4B2B-91F1-582E1205FF0D}" dt="2025-04-08T12:44:41.392" v="17971" actId="20577"/>
          <ac:spMkLst>
            <pc:docMk/>
            <pc:sldMk cId="2925075530" sldId="461"/>
            <ac:spMk id="3" creationId="{8E071BF3-100F-719D-AEB2-E36677FDE194}"/>
          </ac:spMkLst>
        </pc:spChg>
      </pc:sldChg>
      <pc:sldChg chg="modSp add">
        <pc:chgData name="FAGES LUCIANO RODOLFO" userId="224ab6d9-70b5-4e2a-bfb3-d436487689cf" providerId="ADAL" clId="{27C5D147-5441-4B2B-91F1-582E1205FF0D}" dt="2025-04-01T12:09:22.611" v="13534" actId="20577"/>
        <pc:sldMkLst>
          <pc:docMk/>
          <pc:sldMk cId="236622337" sldId="462"/>
        </pc:sldMkLst>
        <pc:spChg chg="mod">
          <ac:chgData name="FAGES LUCIANO RODOLFO" userId="224ab6d9-70b5-4e2a-bfb3-d436487689cf" providerId="ADAL" clId="{27C5D147-5441-4B2B-91F1-582E1205FF0D}" dt="2025-04-01T12:09:22.611" v="13534" actId="20577"/>
          <ac:spMkLst>
            <pc:docMk/>
            <pc:sldMk cId="236622337" sldId="462"/>
            <ac:spMk id="3" creationId="{9CE371DB-7C18-24BF-4708-E21D6AF5BA44}"/>
          </ac:spMkLst>
        </pc:spChg>
      </pc:sldChg>
      <pc:sldChg chg="modSp add del mod">
        <pc:chgData name="FAGES LUCIANO RODOLFO" userId="224ab6d9-70b5-4e2a-bfb3-d436487689cf" providerId="ADAL" clId="{27C5D147-5441-4B2B-91F1-582E1205FF0D}" dt="2025-03-30T16:18:24.977" v="12200" actId="47"/>
        <pc:sldMkLst>
          <pc:docMk/>
          <pc:sldMk cId="224839723" sldId="463"/>
        </pc:sldMkLst>
      </pc:sldChg>
      <pc:sldChg chg="add del">
        <pc:chgData name="FAGES LUCIANO RODOLFO" userId="224ab6d9-70b5-4e2a-bfb3-d436487689cf" providerId="ADAL" clId="{27C5D147-5441-4B2B-91F1-582E1205FF0D}" dt="2025-03-30T16:19:43.668" v="12221" actId="47"/>
        <pc:sldMkLst>
          <pc:docMk/>
          <pc:sldMk cId="1212743128" sldId="463"/>
        </pc:sldMkLst>
      </pc:sldChg>
      <pc:sldChg chg="modSp add modAnim">
        <pc:chgData name="FAGES LUCIANO RODOLFO" userId="224ab6d9-70b5-4e2a-bfb3-d436487689cf" providerId="ADAL" clId="{27C5D147-5441-4B2B-91F1-582E1205FF0D}" dt="2025-04-08T12:46:09.758" v="17989" actId="20577"/>
        <pc:sldMkLst>
          <pc:docMk/>
          <pc:sldMk cId="1495641940" sldId="463"/>
        </pc:sldMkLst>
        <pc:spChg chg="mod">
          <ac:chgData name="FAGES LUCIANO RODOLFO" userId="224ab6d9-70b5-4e2a-bfb3-d436487689cf" providerId="ADAL" clId="{27C5D147-5441-4B2B-91F1-582E1205FF0D}" dt="2025-04-08T12:46:09.758" v="17989" actId="20577"/>
          <ac:spMkLst>
            <pc:docMk/>
            <pc:sldMk cId="1495641940" sldId="463"/>
            <ac:spMk id="3" creationId="{F33FF098-3C41-8F73-093B-2ADA8E3AB39C}"/>
          </ac:spMkLst>
        </pc:spChg>
      </pc:sldChg>
      <pc:sldChg chg="modSp add mod">
        <pc:chgData name="FAGES LUCIANO RODOLFO" userId="224ab6d9-70b5-4e2a-bfb3-d436487689cf" providerId="ADAL" clId="{27C5D147-5441-4B2B-91F1-582E1205FF0D}" dt="2025-04-01T12:08:07.893" v="13533" actId="20577"/>
        <pc:sldMkLst>
          <pc:docMk/>
          <pc:sldMk cId="2308401526" sldId="464"/>
        </pc:sldMkLst>
        <pc:spChg chg="mod">
          <ac:chgData name="FAGES LUCIANO RODOLFO" userId="224ab6d9-70b5-4e2a-bfb3-d436487689cf" providerId="ADAL" clId="{27C5D147-5441-4B2B-91F1-582E1205FF0D}" dt="2025-04-01T12:08:07.893" v="13533" actId="20577"/>
          <ac:spMkLst>
            <pc:docMk/>
            <pc:sldMk cId="2308401526" sldId="464"/>
            <ac:spMk id="3" creationId="{0ADF0D90-D88F-D1D3-D8C9-64D8D3A3AC95}"/>
          </ac:spMkLst>
        </pc:spChg>
      </pc:sldChg>
      <pc:sldChg chg="addSp modSp new mod ord">
        <pc:chgData name="FAGES LUCIANO RODOLFO" userId="224ab6d9-70b5-4e2a-bfb3-d436487689cf" providerId="ADAL" clId="{27C5D147-5441-4B2B-91F1-582E1205FF0D}" dt="2025-04-07T00:02:34.074" v="15880" actId="20577"/>
        <pc:sldMkLst>
          <pc:docMk/>
          <pc:sldMk cId="2714807792" sldId="465"/>
        </pc:sldMkLst>
        <pc:spChg chg="add mod">
          <ac:chgData name="FAGES LUCIANO RODOLFO" userId="224ab6d9-70b5-4e2a-bfb3-d436487689cf" providerId="ADAL" clId="{27C5D147-5441-4B2B-91F1-582E1205FF0D}" dt="2025-04-07T00:02:34.074" v="15880" actId="20577"/>
          <ac:spMkLst>
            <pc:docMk/>
            <pc:sldMk cId="2714807792" sldId="465"/>
            <ac:spMk id="2" creationId="{B21796A1-B6BF-CABD-5E3C-EAF73521FE03}"/>
          </ac:spMkLst>
        </pc:spChg>
      </pc:sldChg>
      <pc:sldChg chg="new del">
        <pc:chgData name="FAGES LUCIANO RODOLFO" userId="224ab6d9-70b5-4e2a-bfb3-d436487689cf" providerId="ADAL" clId="{27C5D147-5441-4B2B-91F1-582E1205FF0D}" dt="2025-04-07T00:06:07.503" v="16054" actId="47"/>
        <pc:sldMkLst>
          <pc:docMk/>
          <pc:sldMk cId="1115409184" sldId="466"/>
        </pc:sldMkLst>
      </pc:sldChg>
      <pc:sldChg chg="modSp add mod ord">
        <pc:chgData name="FAGES LUCIANO RODOLFO" userId="224ab6d9-70b5-4e2a-bfb3-d436487689cf" providerId="ADAL" clId="{27C5D147-5441-4B2B-91F1-582E1205FF0D}" dt="2025-04-08T12:44:01.337" v="17963" actId="20577"/>
        <pc:sldMkLst>
          <pc:docMk/>
          <pc:sldMk cId="2878621529" sldId="467"/>
        </pc:sldMkLst>
        <pc:spChg chg="mod">
          <ac:chgData name="FAGES LUCIANO RODOLFO" userId="224ab6d9-70b5-4e2a-bfb3-d436487689cf" providerId="ADAL" clId="{27C5D147-5441-4B2B-91F1-582E1205FF0D}" dt="2025-04-08T12:44:01.337" v="17963" actId="20577"/>
          <ac:spMkLst>
            <pc:docMk/>
            <pc:sldMk cId="2878621529" sldId="467"/>
            <ac:spMk id="2" creationId="{273FCDAF-314B-CAD0-2E31-5640E5D17976}"/>
          </ac:spMkLst>
        </pc:spChg>
      </pc:sldChg>
      <pc:sldChg chg="addSp delSp modSp add mod ord">
        <pc:chgData name="FAGES LUCIANO RODOLFO" userId="224ab6d9-70b5-4e2a-bfb3-d436487689cf" providerId="ADAL" clId="{27C5D147-5441-4B2B-91F1-582E1205FF0D}" dt="2025-04-20T22:46:08.262" v="18917" actId="20577"/>
        <pc:sldMkLst>
          <pc:docMk/>
          <pc:sldMk cId="290513603" sldId="468"/>
        </pc:sldMkLst>
        <pc:spChg chg="mod">
          <ac:chgData name="FAGES LUCIANO RODOLFO" userId="224ab6d9-70b5-4e2a-bfb3-d436487689cf" providerId="ADAL" clId="{27C5D147-5441-4B2B-91F1-582E1205FF0D}" dt="2025-04-20T22:40:43.766" v="18852" actId="6549"/>
          <ac:spMkLst>
            <pc:docMk/>
            <pc:sldMk cId="290513603" sldId="468"/>
            <ac:spMk id="2" creationId="{185640B7-2F01-A579-BB8A-70FE6F2BE2B2}"/>
          </ac:spMkLst>
        </pc:spChg>
        <pc:graphicFrameChg chg="add del">
          <ac:chgData name="FAGES LUCIANO RODOLFO" userId="224ab6d9-70b5-4e2a-bfb3-d436487689cf" providerId="ADAL" clId="{27C5D147-5441-4B2B-91F1-582E1205FF0D}" dt="2025-04-20T22:30:34.555" v="18495" actId="3680"/>
          <ac:graphicFrameMkLst>
            <pc:docMk/>
            <pc:sldMk cId="290513603" sldId="468"/>
            <ac:graphicFrameMk id="3" creationId="{6D86B44F-11B2-F832-1118-CA45BD4F108F}"/>
          </ac:graphicFrameMkLst>
        </pc:graphicFrameChg>
        <pc:graphicFrameChg chg="add mod modGraphic">
          <ac:chgData name="FAGES LUCIANO RODOLFO" userId="224ab6d9-70b5-4e2a-bfb3-d436487689cf" providerId="ADAL" clId="{27C5D147-5441-4B2B-91F1-582E1205FF0D}" dt="2025-04-20T22:46:08.262" v="18917" actId="20577"/>
          <ac:graphicFrameMkLst>
            <pc:docMk/>
            <pc:sldMk cId="290513603" sldId="468"/>
            <ac:graphicFrameMk id="4" creationId="{87172B40-0239-FB99-9EB7-96400445FFC4}"/>
          </ac:graphicFrameMkLst>
        </pc:graphicFrameChg>
      </pc:sldChg>
      <pc:sldChg chg="modSp add mod ord">
        <pc:chgData name="FAGES LUCIANO RODOLFO" userId="224ab6d9-70b5-4e2a-bfb3-d436487689cf" providerId="ADAL" clId="{27C5D147-5441-4B2B-91F1-582E1205FF0D}" dt="2025-04-06T23:55:28.489" v="15864" actId="20577"/>
        <pc:sldMkLst>
          <pc:docMk/>
          <pc:sldMk cId="2686884914" sldId="469"/>
        </pc:sldMkLst>
        <pc:spChg chg="mod">
          <ac:chgData name="FAGES LUCIANO RODOLFO" userId="224ab6d9-70b5-4e2a-bfb3-d436487689cf" providerId="ADAL" clId="{27C5D147-5441-4B2B-91F1-582E1205FF0D}" dt="2025-04-06T23:55:28.489" v="15864" actId="20577"/>
          <ac:spMkLst>
            <pc:docMk/>
            <pc:sldMk cId="2686884914" sldId="469"/>
            <ac:spMk id="2" creationId="{0F24299E-1907-1C1E-4B56-C167DC8CB80A}"/>
          </ac:spMkLst>
        </pc:spChg>
      </pc:sldChg>
      <pc:sldChg chg="modSp add mod ord">
        <pc:chgData name="FAGES LUCIANO RODOLFO" userId="224ab6d9-70b5-4e2a-bfb3-d436487689cf" providerId="ADAL" clId="{27C5D147-5441-4B2B-91F1-582E1205FF0D}" dt="2025-04-20T22:29:07.048" v="18391" actId="207"/>
        <pc:sldMkLst>
          <pc:docMk/>
          <pc:sldMk cId="890781091" sldId="470"/>
        </pc:sldMkLst>
        <pc:spChg chg="mod">
          <ac:chgData name="FAGES LUCIANO RODOLFO" userId="224ab6d9-70b5-4e2a-bfb3-d436487689cf" providerId="ADAL" clId="{27C5D147-5441-4B2B-91F1-582E1205FF0D}" dt="2025-04-20T22:29:07.048" v="18391" actId="207"/>
          <ac:spMkLst>
            <pc:docMk/>
            <pc:sldMk cId="890781091" sldId="470"/>
            <ac:spMk id="2" creationId="{CF0D3711-F882-A413-3583-1AF691D2EF89}"/>
          </ac:spMkLst>
        </pc:spChg>
      </pc:sldChg>
      <pc:sldChg chg="addSp modSp add mod ord">
        <pc:chgData name="FAGES LUCIANO RODOLFO" userId="224ab6d9-70b5-4e2a-bfb3-d436487689cf" providerId="ADAL" clId="{27C5D147-5441-4B2B-91F1-582E1205FF0D}" dt="2025-04-07T00:02:51.126" v="15882"/>
        <pc:sldMkLst>
          <pc:docMk/>
          <pc:sldMk cId="509707438" sldId="471"/>
        </pc:sldMkLst>
        <pc:spChg chg="mod">
          <ac:chgData name="FAGES LUCIANO RODOLFO" userId="224ab6d9-70b5-4e2a-bfb3-d436487689cf" providerId="ADAL" clId="{27C5D147-5441-4B2B-91F1-582E1205FF0D}" dt="2025-04-06T23:43:30.782" v="15377" actId="20577"/>
          <ac:spMkLst>
            <pc:docMk/>
            <pc:sldMk cId="509707438" sldId="471"/>
            <ac:spMk id="2" creationId="{EEDAE07D-D616-59E3-8249-37F8AA424F2F}"/>
          </ac:spMkLst>
        </pc:spChg>
        <pc:picChg chg="add mod">
          <ac:chgData name="FAGES LUCIANO RODOLFO" userId="224ab6d9-70b5-4e2a-bfb3-d436487689cf" providerId="ADAL" clId="{27C5D147-5441-4B2B-91F1-582E1205FF0D}" dt="2025-04-06T23:43:39.404" v="15381" actId="14100"/>
          <ac:picMkLst>
            <pc:docMk/>
            <pc:sldMk cId="509707438" sldId="471"/>
            <ac:picMk id="4" creationId="{075EE279-42A0-22E1-7EC6-18C816C9BC15}"/>
          </ac:picMkLst>
        </pc:picChg>
      </pc:sldChg>
      <pc:sldChg chg="add ord">
        <pc:chgData name="FAGES LUCIANO RODOLFO" userId="224ab6d9-70b5-4e2a-bfb3-d436487689cf" providerId="ADAL" clId="{27C5D147-5441-4B2B-91F1-582E1205FF0D}" dt="2025-04-06T23:54:41.683" v="15836"/>
        <pc:sldMkLst>
          <pc:docMk/>
          <pc:sldMk cId="1485341393" sldId="472"/>
        </pc:sldMkLst>
      </pc:sldChg>
      <pc:sldChg chg="new del">
        <pc:chgData name="FAGES LUCIANO RODOLFO" userId="224ab6d9-70b5-4e2a-bfb3-d436487689cf" providerId="ADAL" clId="{27C5D147-5441-4B2B-91F1-582E1205FF0D}" dt="2025-04-06T23:48:01.342" v="15455" actId="680"/>
        <pc:sldMkLst>
          <pc:docMk/>
          <pc:sldMk cId="713411828" sldId="473"/>
        </pc:sldMkLst>
      </pc:sldChg>
      <pc:sldChg chg="new del">
        <pc:chgData name="FAGES LUCIANO RODOLFO" userId="224ab6d9-70b5-4e2a-bfb3-d436487689cf" providerId="ADAL" clId="{27C5D147-5441-4B2B-91F1-582E1205FF0D}" dt="2025-04-07T00:06:06.891" v="16053" actId="47"/>
        <pc:sldMkLst>
          <pc:docMk/>
          <pc:sldMk cId="3667521254" sldId="473"/>
        </pc:sldMkLst>
      </pc:sldChg>
      <pc:sldChg chg="modSp add mod ord">
        <pc:chgData name="FAGES LUCIANO RODOLFO" userId="224ab6d9-70b5-4e2a-bfb3-d436487689cf" providerId="ADAL" clId="{27C5D147-5441-4B2B-91F1-582E1205FF0D}" dt="2025-04-08T12:45:45.690" v="17983" actId="20577"/>
        <pc:sldMkLst>
          <pc:docMk/>
          <pc:sldMk cId="1034230369" sldId="474"/>
        </pc:sldMkLst>
        <pc:spChg chg="mod">
          <ac:chgData name="FAGES LUCIANO RODOLFO" userId="224ab6d9-70b5-4e2a-bfb3-d436487689cf" providerId="ADAL" clId="{27C5D147-5441-4B2B-91F1-582E1205FF0D}" dt="2025-04-08T12:45:45.690" v="17983" actId="20577"/>
          <ac:spMkLst>
            <pc:docMk/>
            <pc:sldMk cId="1034230369" sldId="474"/>
            <ac:spMk id="2" creationId="{A496381B-5D2A-738C-68D3-2FA5EDDCE41F}"/>
          </ac:spMkLst>
        </pc:spChg>
      </pc:sldChg>
      <pc:sldChg chg="addSp modSp add mod modAnim">
        <pc:chgData name="FAGES LUCIANO RODOLFO" userId="224ab6d9-70b5-4e2a-bfb3-d436487689cf" providerId="ADAL" clId="{27C5D147-5441-4B2B-91F1-582E1205FF0D}" dt="2025-04-08T12:46:47.268" v="17996" actId="6549"/>
        <pc:sldMkLst>
          <pc:docMk/>
          <pc:sldMk cId="1258582430" sldId="475"/>
        </pc:sldMkLst>
        <pc:spChg chg="mod">
          <ac:chgData name="FAGES LUCIANO RODOLFO" userId="224ab6d9-70b5-4e2a-bfb3-d436487689cf" providerId="ADAL" clId="{27C5D147-5441-4B2B-91F1-582E1205FF0D}" dt="2025-04-08T12:46:47.268" v="17996" actId="6549"/>
          <ac:spMkLst>
            <pc:docMk/>
            <pc:sldMk cId="1258582430" sldId="475"/>
            <ac:spMk id="3" creationId="{39165F4D-4802-D06B-BCD6-57D00E1C2161}"/>
          </ac:spMkLst>
        </pc:spChg>
        <pc:graphicFrameChg chg="add mod modGraphic">
          <ac:chgData name="FAGES LUCIANO RODOLFO" userId="224ab6d9-70b5-4e2a-bfb3-d436487689cf" providerId="ADAL" clId="{27C5D147-5441-4B2B-91F1-582E1205FF0D}" dt="2025-04-08T12:46:38.742" v="17990" actId="20577"/>
          <ac:graphicFrameMkLst>
            <pc:docMk/>
            <pc:sldMk cId="1258582430" sldId="475"/>
            <ac:graphicFrameMk id="4" creationId="{B79E66FD-1FA9-E10F-1F00-EE0E1AF3CE50}"/>
          </ac:graphicFrameMkLst>
        </pc:graphicFrameChg>
      </pc:sldChg>
      <pc:sldChg chg="delSp modSp add mod">
        <pc:chgData name="FAGES LUCIANO RODOLFO" userId="224ab6d9-70b5-4e2a-bfb3-d436487689cf" providerId="ADAL" clId="{27C5D147-5441-4B2B-91F1-582E1205FF0D}" dt="2025-04-08T12:34:52.698" v="17419" actId="20577"/>
        <pc:sldMkLst>
          <pc:docMk/>
          <pc:sldMk cId="1162906483" sldId="476"/>
        </pc:sldMkLst>
        <pc:spChg chg="mod">
          <ac:chgData name="FAGES LUCIANO RODOLFO" userId="224ab6d9-70b5-4e2a-bfb3-d436487689cf" providerId="ADAL" clId="{27C5D147-5441-4B2B-91F1-582E1205FF0D}" dt="2025-04-08T12:34:52.698" v="17419" actId="20577"/>
          <ac:spMkLst>
            <pc:docMk/>
            <pc:sldMk cId="1162906483" sldId="476"/>
            <ac:spMk id="3" creationId="{E2238A9F-8A67-AEF1-36D0-486B25A55847}"/>
          </ac:spMkLst>
        </pc:spChg>
      </pc:sldChg>
      <pc:sldChg chg="modSp add mod">
        <pc:chgData name="FAGES LUCIANO RODOLFO" userId="224ab6d9-70b5-4e2a-bfb3-d436487689cf" providerId="ADAL" clId="{27C5D147-5441-4B2B-91F1-582E1205FF0D}" dt="2025-04-08T12:53:40.776" v="18019" actId="6549"/>
        <pc:sldMkLst>
          <pc:docMk/>
          <pc:sldMk cId="1825601366" sldId="477"/>
        </pc:sldMkLst>
        <pc:spChg chg="mod">
          <ac:chgData name="FAGES LUCIANO RODOLFO" userId="224ab6d9-70b5-4e2a-bfb3-d436487689cf" providerId="ADAL" clId="{27C5D147-5441-4B2B-91F1-582E1205FF0D}" dt="2025-04-08T12:53:40.776" v="18019" actId="6549"/>
          <ac:spMkLst>
            <pc:docMk/>
            <pc:sldMk cId="1825601366" sldId="477"/>
            <ac:spMk id="3" creationId="{228730AA-3565-30DC-3EF7-CAE5EEBCA5E9}"/>
          </ac:spMkLst>
        </pc:spChg>
      </pc:sldChg>
      <pc:sldChg chg="addSp delSp modSp add mod">
        <pc:chgData name="FAGES LUCIANO RODOLFO" userId="224ab6d9-70b5-4e2a-bfb3-d436487689cf" providerId="ADAL" clId="{27C5D147-5441-4B2B-91F1-582E1205FF0D}" dt="2025-04-08T13:10:05.942" v="18179" actId="207"/>
        <pc:sldMkLst>
          <pc:docMk/>
          <pc:sldMk cId="3927148996" sldId="478"/>
        </pc:sldMkLst>
        <pc:spChg chg="mod">
          <ac:chgData name="FAGES LUCIANO RODOLFO" userId="224ab6d9-70b5-4e2a-bfb3-d436487689cf" providerId="ADAL" clId="{27C5D147-5441-4B2B-91F1-582E1205FF0D}" dt="2025-04-08T13:10:05.942" v="18179" actId="207"/>
          <ac:spMkLst>
            <pc:docMk/>
            <pc:sldMk cId="3927148996" sldId="478"/>
            <ac:spMk id="3" creationId="{B1F399D7-0951-447F-A7F8-E3C2F6B7858C}"/>
          </ac:spMkLst>
        </pc:spChg>
        <pc:picChg chg="add mod">
          <ac:chgData name="FAGES LUCIANO RODOLFO" userId="224ab6d9-70b5-4e2a-bfb3-d436487689cf" providerId="ADAL" clId="{27C5D147-5441-4B2B-91F1-582E1205FF0D}" dt="2025-04-08T12:58:36.724" v="18030" actId="14100"/>
          <ac:picMkLst>
            <pc:docMk/>
            <pc:sldMk cId="3927148996" sldId="478"/>
            <ac:picMk id="9" creationId="{00E9D218-E304-C26E-BA29-683BC26A06F9}"/>
          </ac:picMkLst>
        </pc:picChg>
        <pc:picChg chg="add mod">
          <ac:chgData name="FAGES LUCIANO RODOLFO" userId="224ab6d9-70b5-4e2a-bfb3-d436487689cf" providerId="ADAL" clId="{27C5D147-5441-4B2B-91F1-582E1205FF0D}" dt="2025-04-08T12:58:52.953" v="18033" actId="1076"/>
          <ac:picMkLst>
            <pc:docMk/>
            <pc:sldMk cId="3927148996" sldId="478"/>
            <ac:picMk id="11" creationId="{B59B1A75-9128-15C8-C2CA-0E94710F2C1B}"/>
          </ac:picMkLst>
        </pc:picChg>
      </pc:sldChg>
      <pc:sldChg chg="addSp delSp modSp add mod">
        <pc:chgData name="FAGES LUCIANO RODOLFO" userId="224ab6d9-70b5-4e2a-bfb3-d436487689cf" providerId="ADAL" clId="{27C5D147-5441-4B2B-91F1-582E1205FF0D}" dt="2025-04-08T13:14:06.716" v="18233" actId="1076"/>
        <pc:sldMkLst>
          <pc:docMk/>
          <pc:sldMk cId="1719581550" sldId="479"/>
        </pc:sldMkLst>
        <pc:picChg chg="add mod">
          <ac:chgData name="FAGES LUCIANO RODOLFO" userId="224ab6d9-70b5-4e2a-bfb3-d436487689cf" providerId="ADAL" clId="{27C5D147-5441-4B2B-91F1-582E1205FF0D}" dt="2025-04-08T13:14:06.716" v="18233" actId="1076"/>
          <ac:picMkLst>
            <pc:docMk/>
            <pc:sldMk cId="1719581550" sldId="479"/>
            <ac:picMk id="4" creationId="{9D0CD37C-9839-E107-5ACC-29F01E543386}"/>
          </ac:picMkLst>
        </pc:picChg>
      </pc:sldChg>
      <pc:sldChg chg="addSp modSp new mod">
        <pc:chgData name="FAGES LUCIANO RODOLFO" userId="224ab6d9-70b5-4e2a-bfb3-d436487689cf" providerId="ADAL" clId="{27C5D147-5441-4B2B-91F1-582E1205FF0D}" dt="2025-04-08T13:13:27.925" v="18230" actId="113"/>
        <pc:sldMkLst>
          <pc:docMk/>
          <pc:sldMk cId="3286032949" sldId="480"/>
        </pc:sldMkLst>
        <pc:spChg chg="add mod ord">
          <ac:chgData name="FAGES LUCIANO RODOLFO" userId="224ab6d9-70b5-4e2a-bfb3-d436487689cf" providerId="ADAL" clId="{27C5D147-5441-4B2B-91F1-582E1205FF0D}" dt="2025-04-08T13:13:27.925" v="18230" actId="113"/>
          <ac:spMkLst>
            <pc:docMk/>
            <pc:sldMk cId="3286032949" sldId="480"/>
            <ac:spMk id="4" creationId="{BC061566-98AE-7EB7-BEF1-88C09D394EBA}"/>
          </ac:spMkLst>
        </pc:spChg>
        <pc:picChg chg="add mod">
          <ac:chgData name="FAGES LUCIANO RODOLFO" userId="224ab6d9-70b5-4e2a-bfb3-d436487689cf" providerId="ADAL" clId="{27C5D147-5441-4B2B-91F1-582E1205FF0D}" dt="2025-04-08T13:13:23.400" v="18229" actId="1076"/>
          <ac:picMkLst>
            <pc:docMk/>
            <pc:sldMk cId="3286032949" sldId="480"/>
            <ac:picMk id="3" creationId="{55123BB4-625D-EE79-80B1-7E088CAEA5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4F34E-2C8D-4B56-BF7C-0729903B57CF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C6B97-DEF3-4995-83BF-47024194A53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185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9A85-E63A-F9E5-256E-34FBF6C7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2FE8D5-4726-040C-D8B4-B6CCF374F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8FD0BA-A935-87E0-7E79-C73FA6062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1AB4C8-59CF-A5F2-9F37-CDC40B0EA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7BD0-C368-4FC8-96DC-F1F56468CF4F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369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6B97-DEF3-4995-83BF-47024194A535}" type="slidenum">
              <a:rPr lang="es-AR" smtClean="0"/>
              <a:t>36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832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B39A5-A6B8-0746-A33A-D8BB75839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773A7-996C-0FC5-4617-12DDDA9EC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3C2675-6D01-8A67-597A-7665F742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387F01-2E45-3B96-4A95-1180F906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6AD88-731A-E8B8-1EF5-CD1CFB7E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551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24CE4-332A-FDA5-E348-3D321FAA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22326-674A-D8D2-9A5B-0C41809A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3E308B-F627-344D-16C1-04856B04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561A58-5B4B-D20A-103D-06CEA61C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E8F19B-811E-D5A5-9D17-16CB3872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394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5A39A-5997-8D6B-BE99-98862BF2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B3026E-38DF-95F2-D434-8819114F0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E3C6AB-B307-EB28-3000-0C2C2148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FE0D4C-43FA-C050-55E4-AA4498CDB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AAC0D5-2ED6-5D40-112F-A891F307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047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D0704-36C3-9CF5-211A-0D922A2F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CC5752-6DD9-F1AC-AB6A-B34430883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740F8D-0ED2-4BD0-B4F1-2102794EE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B4AB7F-5CD8-E444-1FFF-019EB3B0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26EDA5-72DD-D8A1-BE69-383BADF5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D97CDB-3421-E409-33F8-9393949A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937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B8138-39A8-7973-A2A3-4D79C1A5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8F8E1A-1B22-87B1-0B1E-87FE87538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041A7E-5940-AC84-8C45-A309E1BFA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2BEC9F-7110-E6CF-B1BB-4D4AD2577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DD0444-1B89-6501-B660-83B818161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557EAF-879D-7701-2799-CF107253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70E290-DB77-BAB7-8A3F-D973C3949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430256-E675-80A3-00DE-3B98366A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76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DFDE5-F99E-8845-8FBC-8D5CC61F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69CBC2-07D4-1359-5D4B-B4FE6EDD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AE0163-D540-3C8E-98C8-4BB0A6D5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298B2C-954D-D70C-A530-406C5AC7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109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C68A29-74F7-099D-A6C0-45D55857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B908A9-03E4-693D-F98D-8A671F8C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331961-2C4B-6DEF-7C96-4A93C8ED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310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BD127-3C15-5A95-6740-BE0915A8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739744-76C3-7597-8443-2D3794903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744429-9F0B-6F2A-DDE5-4F3DC797A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3A6052-A759-89B5-D041-9BE1B277F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915C53-AFFC-00C3-204C-1F6F948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8495D3-BE2A-53B7-9A82-6DBB1280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02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36FBC-717C-E312-CD2A-8B089486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98E22D9-1406-59B5-983B-AE2296985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38F24C-E811-C0DF-5D2A-866DEA729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0EECC3-CF6C-DF76-26B1-561B3E37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D0255D-DC57-9FC2-A31B-3A7BAC2E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89527A-0141-3402-D40A-D0AB2C51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1779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7B85A-2FF4-0AE1-907D-C66F4659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B2B3E9-9D72-D789-CB13-DC85A9F79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06A0CE-8D69-58AC-3163-693ED569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0BA765-6DAC-4645-8104-7851AE83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D7B767-1987-EA29-1AC5-66FB9ED8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224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4E238D-3620-937D-26F9-2203E4E7E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90AF2D-6873-C10A-FEC2-78F14170B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511E9-8DDA-74D2-059D-301CF27A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F48D4C-DDED-CC78-34F6-A472F7F9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F5760F-3529-10E3-8884-899A4A57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157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86F3BDD-3D48-F1EC-A68A-19EA7176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8BF239-ACE8-DA63-D348-E85216A59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B8252F-4AA8-1470-94A8-5ABE820DB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8E673-723A-4B77-8F36-A6C716BBBE84}" type="datetimeFigureOut">
              <a:rPr lang="es-AR" smtClean="0"/>
              <a:t>20/4/2025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02182-46DC-86DA-C94D-399B27AA7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4F0CE1-4ED8-BA6C-7015-A672F62DD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DEC2A-E3C0-4EE2-BAAF-724B6D258E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314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geogebra.org/3d/gj7kznpx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Diagrama, Mapa&#10;&#10;El contenido generado por IA puede ser incorrecto.">
            <a:extLst>
              <a:ext uri="{FF2B5EF4-FFF2-40B4-BE49-F238E27FC236}">
                <a16:creationId xmlns:a16="http://schemas.microsoft.com/office/drawing/2014/main" id="{82ED03ED-3EDA-5A05-39CA-200D22851F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16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7B3211-ED93-9BDC-94B9-D279F29DC370}"/>
              </a:ext>
            </a:extLst>
          </p:cNvPr>
          <p:cNvSpPr txBox="1"/>
          <p:nvPr/>
        </p:nvSpPr>
        <p:spPr>
          <a:xfrm>
            <a:off x="83820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Mapa de zonas según temperaturas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 cada punto de un plano (x,y) se le asigna una temperatura T(x,y) representada con un color según cierto rango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0862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A68F-E222-34C3-43BF-2C0E7F03E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36DD038-5851-7225-955E-EBC236EE9EE2}"/>
              </a:ext>
            </a:extLst>
          </p:cNvPr>
          <p:cNvSpPr txBox="1"/>
          <p:nvPr/>
        </p:nvSpPr>
        <p:spPr>
          <a:xfrm>
            <a:off x="9768840" y="598932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rgbClr val="000000"/>
                </a:solidFill>
              </a:rPr>
              <a:t>Sugerencias o dudas</a:t>
            </a:r>
            <a:r>
              <a:rPr lang="es-AR">
                <a:solidFill>
                  <a:srgbClr val="000000"/>
                </a:solidFill>
              </a:rPr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80FAB6-4135-AB43-EA10-6EBC54148CC5}"/>
              </a:ext>
            </a:extLst>
          </p:cNvPr>
          <p:cNvSpPr txBox="1"/>
          <p:nvPr/>
        </p:nvSpPr>
        <p:spPr>
          <a:xfrm>
            <a:off x="856527" y="590309"/>
            <a:ext cx="770873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Si quisiéramos describir la temperatura en cada punto del planeta en cierto instante de tiempo.</a:t>
            </a:r>
          </a:p>
          <a:p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A cada </a:t>
            </a:r>
            <a:r>
              <a:rPr lang="es-AR" sz="3000" b="1" dirty="0">
                <a:latin typeface="Arial Nova" panose="020B0504020202020204" pitchFamily="34" charset="0"/>
                <a:cs typeface="Aharoni" panose="02010803020104030203" pitchFamily="2" charset="-79"/>
              </a:rPr>
              <a:t>vector</a:t>
            </a:r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 (o punto), que representará la ubicación de algún lugar del globo terráqueo, le asignaremos un valor escalar </a:t>
            </a:r>
          </a:p>
          <a:p>
            <a:endParaRPr lang="es-AR" sz="3000" dirty="0"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r>
              <a:rPr lang="es-AR" sz="3000" dirty="0">
                <a:latin typeface="Arial Nova" panose="020B0504020202020204" pitchFamily="34" charset="0"/>
                <a:cs typeface="Aharoni" panose="02010803020104030203" pitchFamily="2" charset="-79"/>
              </a:rPr>
              <a:t>Así, para modelizar esta aplicación física, usaremos lo que en matemática se conoce como </a:t>
            </a:r>
          </a:p>
        </p:txBody>
      </p:sp>
    </p:spTree>
    <p:extLst>
      <p:ext uri="{BB962C8B-B14F-4D97-AF65-F5344CB8AC3E}">
        <p14:creationId xmlns:p14="http://schemas.microsoft.com/office/powerpoint/2010/main" val="245354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76E440-CC1E-42C8-8613-B6EA4664F5C9}"/>
              </a:ext>
            </a:extLst>
          </p:cNvPr>
          <p:cNvSpPr txBox="1"/>
          <p:nvPr/>
        </p:nvSpPr>
        <p:spPr>
          <a:xfrm>
            <a:off x="1495762" y="2263151"/>
            <a:ext cx="712751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CAMPOS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ESCALARES</a:t>
            </a:r>
          </a:p>
          <a:p>
            <a:endParaRPr lang="es-AR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38EAEB-66B4-5BA7-7021-6143D76A6FB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76985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62A709-094D-808A-764D-4BBFA82F85D4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/>
              <p:nvPr/>
            </p:nvSpPr>
            <p:spPr>
              <a:xfrm>
                <a:off x="563878" y="502920"/>
                <a:ext cx="10603793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En general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/>
                  <a:t>Si en particular</a:t>
                </a: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=2⇒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,  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=3⇒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     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r>
                  <a:rPr lang="es-AR" sz="3000" dirty="0"/>
                  <a:t> </a:t>
                </a:r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8" y="502920"/>
                <a:ext cx="10603793" cy="5170646"/>
              </a:xfrm>
              <a:prstGeom prst="rect">
                <a:avLst/>
              </a:prstGeom>
              <a:blipFill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A349AA7-77FD-836D-11AC-0AF19BDBFF4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65576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17AF-6851-C065-0A17-E0B11141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5730283-EA8C-53FF-4CDB-2BC465CD95D6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CAB368-58B0-8E88-BA6B-19C602748FF8}"/>
              </a:ext>
            </a:extLst>
          </p:cNvPr>
          <p:cNvSpPr txBox="1"/>
          <p:nvPr/>
        </p:nvSpPr>
        <p:spPr>
          <a:xfrm>
            <a:off x="563879" y="502920"/>
            <a:ext cx="898485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>
                <a:solidFill>
                  <a:schemeClr val="tx1"/>
                </a:solidFill>
                <a:latin typeface="Arial Nova" panose="020B0504020202020204" pitchFamily="34" charset="0"/>
              </a:rPr>
              <a:t>DOMINIO de </a:t>
            </a:r>
            <a:r>
              <a:rPr lang="es-AR" sz="3000" b="1" dirty="0">
                <a:latin typeface="Arial Nova" panose="020B0504020202020204" pitchFamily="34" charset="0"/>
              </a:rPr>
              <a:t>C.E</a:t>
            </a:r>
            <a:endParaRPr lang="es-AR" sz="3000" b="1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AR" sz="3000" dirty="0">
              <a:latin typeface="Cambria Math" panose="02040503050406030204" pitchFamily="18" charset="0"/>
            </a:endParaRPr>
          </a:p>
          <a:p>
            <a:r>
              <a:rPr lang="es-AR" sz="3000" dirty="0"/>
              <a:t>Tendrás sentido mientras se pueda interpretar y graficar geométricamente</a:t>
            </a:r>
          </a:p>
          <a:p>
            <a:endParaRPr lang="es-AR" sz="3000" dirty="0">
              <a:solidFill>
                <a:schemeClr val="tx1"/>
              </a:solidFill>
            </a:endParaRPr>
          </a:p>
          <a:p>
            <a:r>
              <a:rPr lang="es-AR" sz="3000" dirty="0"/>
              <a:t>Es decir si n=2 o n=3</a:t>
            </a:r>
            <a:endParaRPr lang="es-AR" sz="3000" dirty="0">
              <a:solidFill>
                <a:schemeClr val="tx1"/>
              </a:solidFill>
            </a:endParaRPr>
          </a:p>
          <a:p>
            <a:endParaRPr lang="es-AR" sz="3000" dirty="0">
              <a:solidFill>
                <a:schemeClr val="tx1"/>
              </a:solidFill>
            </a:endParaRPr>
          </a:p>
          <a:p>
            <a:r>
              <a:rPr lang="es-AR" sz="3000" b="1" dirty="0">
                <a:solidFill>
                  <a:schemeClr val="tx1"/>
                </a:solidFill>
              </a:rPr>
              <a:t>El dominio de una </a:t>
            </a:r>
            <a:r>
              <a:rPr lang="es-AR" sz="3000" b="1" dirty="0"/>
              <a:t>C.E</a:t>
            </a:r>
            <a:r>
              <a:rPr lang="es-AR" sz="3000" b="1" dirty="0">
                <a:solidFill>
                  <a:schemeClr val="tx1"/>
                </a:solidFill>
              </a:rPr>
              <a:t> se establece planteando ecuaciones e inecuaciones en base al principio de finalización del cálculo para luego graficarlas en el plano o el espacio según corresponda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1F09C2D-224A-CC24-AC22-E17D06E5282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20972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4B500F-AA87-4938-68F2-AA1A86470DF5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E68AF31-3608-68B0-3563-01B0CC7822AF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4790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CÁLCULO DE DOMINIO DE C.E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1: </a:t>
                </a: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Determinar analítica y geométricamente el dominio de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AR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−4)</m:t>
                          </m:r>
                        </m:num>
                        <m:den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E68AF31-3608-68B0-3563-01B0CC782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4790927"/>
              </a:xfrm>
              <a:prstGeom prst="rect">
                <a:avLst/>
              </a:prstGeom>
              <a:blipFill>
                <a:blip r:embed="rId2"/>
                <a:stretch>
                  <a:fillRect l="-1205" t="-165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5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2D8B-EF69-4202-029A-B0212568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6B6ED59-1C57-ECB2-5983-E4FB0C2F2F6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2AB5353-0A17-6C16-4F87-769F4F261C4F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4905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CÁLCULO DE DOMINIO DE C.E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2: </a:t>
                </a: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Determinar analítica y geométricamente el dominio de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AR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⁡(1−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−2−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2AB5353-0A17-6C16-4F87-769F4F261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4905830"/>
              </a:xfrm>
              <a:prstGeom prst="rect">
                <a:avLst/>
              </a:prstGeom>
              <a:blipFill>
                <a:blip r:embed="rId2"/>
                <a:stretch>
                  <a:fillRect l="-1205" t="-16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27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3FEA-8F99-9759-6ADC-DC83916C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80232D-755A-CFDD-E328-83E0E079B55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6FEEA12-4DE7-48B1-9E99-26C939B56BBA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3899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CÁLCULO DE DOMINIO DE C.E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3: </a:t>
                </a: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Determinar analítica y geométricamente el dominio de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s-AR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⁡(4−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6FEEA12-4DE7-48B1-9E99-26C939B56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3899786"/>
              </a:xfrm>
              <a:prstGeom prst="rect">
                <a:avLst/>
              </a:prstGeom>
              <a:blipFill>
                <a:blip r:embed="rId2"/>
                <a:stretch>
                  <a:fillRect l="-1205" t="-203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856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FBF37-5E11-725E-775C-1FA77E7C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752F3BB-5131-9D68-8E53-3674D51F9C7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ED017C8-4365-EB99-5E01-49C3C45AA78B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4689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CÁLCULO DE DOMINIO DE C.E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4: </a:t>
                </a: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Determinar analítica y geométricamente el dominio de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ED017C8-4365-EB99-5E01-49C3C45AA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4689810"/>
              </a:xfrm>
              <a:prstGeom prst="rect">
                <a:avLst/>
              </a:prstGeom>
              <a:blipFill>
                <a:blip r:embed="rId2"/>
                <a:stretch>
                  <a:fillRect l="-1205" t="-16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4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605E3-F404-96CB-E8A0-78E8722A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F2CAFCD-61AE-4EEA-FC43-AF95213503E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798566E-9D16-FE5C-4D78-287652A2D5B8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4790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CÁLCULO DE DOMINIO DE C.E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5: </a:t>
                </a: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Determinar analítica y geométricamente el dominio de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AR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798566E-9D16-FE5C-4D78-287652A2D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4790927"/>
              </a:xfrm>
              <a:prstGeom prst="rect">
                <a:avLst/>
              </a:prstGeom>
              <a:blipFill>
                <a:blip r:embed="rId2"/>
                <a:stretch>
                  <a:fillRect l="-1205" t="-165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752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88BC-8D01-75D5-214D-95C69BAD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1B3C52-2DBB-01BE-7B53-82730F01E0AF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3A054FD-B0F7-34EF-164B-A223C77932B2}"/>
                  </a:ext>
                </a:extLst>
              </p:cNvPr>
              <p:cNvSpPr txBox="1"/>
              <p:nvPr/>
            </p:nvSpPr>
            <p:spPr>
              <a:xfrm>
                <a:off x="563879" y="382012"/>
                <a:ext cx="11628121" cy="6555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CONJUNTO GRÁFICO DE C.E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𝐺𝑟𝑎𝑓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Tiene sentido o interpretación geométrica sólo si n=2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Entonces vamos a graficar en general C.E del estilo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s-AR" sz="3000" b="0" dirty="0">
                  <a:latin typeface="Cambria Math" panose="02040503050406030204" pitchFamily="18" charset="0"/>
                </a:endParaRPr>
              </a:p>
              <a:p>
                <a:r>
                  <a:rPr lang="es-AR" sz="3000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⇒ 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𝐺𝑟𝑎𝑓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Dichos gráficos son </a:t>
                </a:r>
                <a:r>
                  <a:rPr lang="es-AR" sz="3000" b="1" dirty="0">
                    <a:latin typeface="Arial Nova" panose="020B0504020202020204" pitchFamily="34" charset="0"/>
                  </a:rPr>
                  <a:t>superficies</a:t>
                </a:r>
                <a:r>
                  <a:rPr lang="es-AR" sz="3000" dirty="0">
                    <a:latin typeface="Arial Nova" panose="020B050402020202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)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3A054FD-B0F7-34EF-164B-A223C7793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82012"/>
                <a:ext cx="11628121" cy="6555641"/>
              </a:xfrm>
              <a:prstGeom prst="rect">
                <a:avLst/>
              </a:prstGeom>
              <a:blipFill>
                <a:blip r:embed="rId2"/>
                <a:stretch>
                  <a:fillRect l="-1205" t="-12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713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A9E032C-FC03-5397-BA35-1AF24403917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/>
              <a:t>Sugerencias o dudas</a:t>
            </a:r>
            <a:r>
              <a:rPr lang="es-AR"/>
              <a:t>: lfages@uade.edu.ar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C13AF7-8BA6-3220-D947-EA349F80D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69" y="1075188"/>
            <a:ext cx="5298008" cy="47093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142E8BA-4F4C-B232-3DBD-0039FFB73062}"/>
                  </a:ext>
                </a:extLst>
              </p:cNvPr>
              <p:cNvSpPr txBox="1"/>
              <p:nvPr/>
            </p:nvSpPr>
            <p:spPr>
              <a:xfrm>
                <a:off x="6096000" y="1469036"/>
                <a:ext cx="5176603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500" dirty="0"/>
                  <a:t>Gráfica de un campo escalar </a:t>
                </a:r>
                <a:endParaRPr lang="es-AR" sz="2500" b="0" i="1" dirty="0">
                  <a:latin typeface="Cambria Math" panose="02040503050406030204" pitchFamily="18" charset="0"/>
                </a:endParaRPr>
              </a:p>
              <a:p>
                <a:endParaRPr lang="es-AR" sz="25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5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25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25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AR" sz="2500" b="0" i="1" smtClean="0"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5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5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25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sz="25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142E8BA-4F4C-B232-3DBD-0039FFB73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69036"/>
                <a:ext cx="5176603" cy="1246495"/>
              </a:xfrm>
              <a:prstGeom prst="rect">
                <a:avLst/>
              </a:prstGeom>
              <a:blipFill>
                <a:blip r:embed="rId3"/>
                <a:stretch>
                  <a:fillRect l="-1885" t="-3431" b="-588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74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9243-AB9C-6E67-091F-E76C4375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3C1CC19-2DC8-FB0F-5DD9-59144075B69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3363DA3-D9ED-ECE2-C6F5-12ADE6B8B4B5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GRÁFICO DE CAMPOS ESCALARES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</a:t>
                </a:r>
                <a:r>
                  <a:rPr lang="es-AR" sz="3000" dirty="0">
                    <a:latin typeface="Arial Nova" panose="020B0504020202020204" pitchFamily="34" charset="0"/>
                  </a:rPr>
                  <a:t>1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3363DA3-D9ED-ECE2-C6F5-12ADE6B8B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2862322"/>
              </a:xfrm>
              <a:prstGeom prst="rect">
                <a:avLst/>
              </a:prstGeom>
              <a:blipFill>
                <a:blip r:embed="rId2"/>
                <a:stretch>
                  <a:fillRect l="-1205" t="-277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32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90D27-16B9-84DC-1701-AAADF44B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8A9638-1C69-4F3E-6E12-98DD2B33C87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28C44CB-2335-7942-FB40-E7ABE4D5C2ED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GRÁFICO DE CAMPOS ESCALARES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1</a:t>
                </a:r>
                <a:r>
                  <a:rPr lang="es-AR" sz="3000" dirty="0">
                    <a:latin typeface="Arial Nova" panose="020B0504020202020204" pitchFamily="34" charset="0"/>
                  </a:rPr>
                  <a:t>*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Con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:  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≤4</m:t>
                        </m:r>
                      </m:e>
                    </m:d>
                  </m:oMath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28C44CB-2335-7942-FB40-E7ABE4D5C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4708981"/>
              </a:xfrm>
              <a:prstGeom prst="rect">
                <a:avLst/>
              </a:prstGeom>
              <a:blipFill>
                <a:blip r:embed="rId2"/>
                <a:stretch>
                  <a:fillRect l="-1205" t="-16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262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F85AF-CC0C-BD37-1D65-3C0EF96A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825171E-37D9-1B8D-78A8-E38764E8741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FF264D8-35D6-E25B-E4D4-5D460EB1B2C2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GRÁFICO DE CAMPOS ESCALARES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</a:t>
                </a:r>
                <a:r>
                  <a:rPr lang="es-AR" sz="3000" dirty="0">
                    <a:latin typeface="Arial Nova" panose="020B0504020202020204" pitchFamily="34" charset="0"/>
                  </a:rPr>
                  <a:t>2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FF264D8-35D6-E25B-E4D4-5D460EB1B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3785652"/>
              </a:xfrm>
              <a:prstGeom prst="rect">
                <a:avLst/>
              </a:prstGeom>
              <a:blipFill>
                <a:blip r:embed="rId2"/>
                <a:stretch>
                  <a:fillRect l="-1205" t="-20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599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DFA8-C266-918E-01C7-2BEF70DA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4F238E1-2C65-096A-C36E-33ABACE8A38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CB4725-2C49-BA72-944A-1F2280BF9B30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GRÁFICO DE CAMPOS ESCALARES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</a:t>
                </a:r>
                <a:r>
                  <a:rPr lang="es-AR" sz="3000" dirty="0">
                    <a:latin typeface="Arial Nova" panose="020B0504020202020204" pitchFamily="34" charset="0"/>
                  </a:rPr>
                  <a:t>2*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C</a:t>
                </a:r>
                <a:r>
                  <a:rPr lang="es-AR" sz="3000" dirty="0">
                    <a:latin typeface="Cambria Math" panose="02040503050406030204" pitchFamily="18" charset="0"/>
                  </a:rPr>
                  <a:t>on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:0≤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,  0≤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≤1−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CB4725-2C49-BA72-944A-1F2280BF9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4708981"/>
              </a:xfrm>
              <a:prstGeom prst="rect">
                <a:avLst/>
              </a:prstGeom>
              <a:blipFill>
                <a:blip r:embed="rId2"/>
                <a:stretch>
                  <a:fillRect l="-1205" t="-16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41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7A005-23A8-BED8-ACB5-8A3DCE32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7FF1DA3-94C4-E8D9-0F09-FDB1894D9DE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0EA9219-16CD-998E-F09B-600E5413066C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5729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GRÁFICO DE CAMPOS ESCALARES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3: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0EA9219-16CD-998E-F09B-600E54130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5729710"/>
              </a:xfrm>
              <a:prstGeom prst="rect">
                <a:avLst/>
              </a:prstGeom>
              <a:blipFill>
                <a:blip r:embed="rId2"/>
                <a:stretch>
                  <a:fillRect l="-1205" t="-13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085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B01A-48CF-83A6-30B9-42A73A43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35C21E0-BCF1-9EBB-553E-7344EE29134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A2A89A6-A9ED-F286-7F78-300D3FE3509B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4344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GRÁFICO DE CAMPOS ESCALARES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4: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4−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C</a:t>
                </a:r>
                <a:r>
                  <a:rPr lang="es-AR" sz="3000" dirty="0">
                    <a:latin typeface="Cambria Math" panose="02040503050406030204" pitchFamily="18" charset="0"/>
                  </a:rPr>
                  <a:t>on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:1≤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≤2}</m:t>
                    </m:r>
                  </m:oMath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A2A89A6-A9ED-F286-7F78-300D3FE35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4344716"/>
              </a:xfrm>
              <a:prstGeom prst="rect">
                <a:avLst/>
              </a:prstGeom>
              <a:blipFill>
                <a:blip r:embed="rId2"/>
                <a:stretch>
                  <a:fillRect l="-1205" t="-182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512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6C28-2FE8-626A-A650-D884D649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20A1F5-A27A-D01C-AB6D-98653A6FE43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DF0D90-D88F-D1D3-D8C9-64D8D3A3AC95}"/>
              </a:ext>
            </a:extLst>
          </p:cNvPr>
          <p:cNvSpPr txBox="1"/>
          <p:nvPr/>
        </p:nvSpPr>
        <p:spPr>
          <a:xfrm>
            <a:off x="563879" y="502920"/>
            <a:ext cx="1162812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dirty="0">
                <a:latin typeface="Arial Nova" panose="020B0504020202020204" pitchFamily="34" charset="0"/>
              </a:rPr>
              <a:t>GRÁFICO DE CAMPOS ESCALARES</a:t>
            </a:r>
            <a:r>
              <a:rPr lang="es-AR" sz="3000" b="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</a:p>
          <a:p>
            <a:endParaRPr lang="es-AR" sz="3000" dirty="0">
              <a:latin typeface="Arial Nova" panose="020B0504020202020204" pitchFamily="34" charset="0"/>
            </a:endParaRPr>
          </a:p>
          <a:p>
            <a:r>
              <a:rPr lang="es-AR" sz="3000" b="0" dirty="0">
                <a:solidFill>
                  <a:schemeClr val="tx1"/>
                </a:solidFill>
                <a:latin typeface="Arial Nova" panose="020B0504020202020204" pitchFamily="34" charset="0"/>
              </a:rPr>
              <a:t>Basados en los últimos dos ejemplos…</a:t>
            </a:r>
          </a:p>
          <a:p>
            <a:endParaRPr lang="es-AR" sz="3000" dirty="0">
              <a:latin typeface="Arial Nova" panose="020B0504020202020204" pitchFamily="34" charset="0"/>
            </a:endParaRPr>
          </a:p>
          <a:p>
            <a:r>
              <a:rPr lang="es-AR" sz="3000" b="1" dirty="0">
                <a:solidFill>
                  <a:schemeClr val="tx1"/>
                </a:solidFill>
                <a:latin typeface="Cambria Math" panose="02040503050406030204" pitchFamily="18" charset="0"/>
              </a:rPr>
              <a:t>Pregunta</a:t>
            </a:r>
            <a:r>
              <a:rPr lang="es-AR" sz="3000" b="0" dirty="0">
                <a:solidFill>
                  <a:schemeClr val="tx1"/>
                </a:solidFill>
                <a:latin typeface="Cambria Math" panose="02040503050406030204" pitchFamily="18" charset="0"/>
              </a:rPr>
              <a:t>: ¿Toda superficie es gráfica de algún campo escalar?</a:t>
            </a:r>
          </a:p>
          <a:p>
            <a:endParaRPr lang="es-AR" sz="3000" dirty="0">
              <a:latin typeface="Cambria Math" panose="02040503050406030204" pitchFamily="18" charset="0"/>
            </a:endParaRPr>
          </a:p>
          <a:p>
            <a:r>
              <a:rPr lang="es-AR" sz="3000" b="0" dirty="0">
                <a:solidFill>
                  <a:schemeClr val="tx1"/>
                </a:solidFill>
                <a:latin typeface="Cambria Math" panose="02040503050406030204" pitchFamily="18" charset="0"/>
              </a:rPr>
              <a:t>Justificar la respuesta</a:t>
            </a:r>
          </a:p>
          <a:p>
            <a:endParaRPr lang="es-AR" sz="30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endParaRPr lang="es-AR" sz="3000" dirty="0">
              <a:latin typeface="Cambria Math" panose="02040503050406030204" pitchFamily="18" charset="0"/>
            </a:endParaRPr>
          </a:p>
          <a:p>
            <a:endParaRPr lang="es-AR" sz="30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401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3F9A7F3-4424-BE00-A75D-AC923D6549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24" r="17239" b="-1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202ED0D-CCC2-F6E2-8EF5-61B65FB76AEC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Ahora</a:t>
            </a:r>
            <a:r>
              <a:rPr lang="en-US" sz="2000" dirty="0"/>
              <a:t> bien…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¿</a:t>
            </a:r>
            <a:r>
              <a:rPr lang="en-US" sz="2000" dirty="0" err="1"/>
              <a:t>Qué</a:t>
            </a:r>
            <a:r>
              <a:rPr lang="en-US" sz="2000" dirty="0"/>
              <a:t> </a:t>
            </a:r>
            <a:r>
              <a:rPr lang="en-US" sz="2000" dirty="0" err="1"/>
              <a:t>representan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especial las </a:t>
            </a:r>
            <a:r>
              <a:rPr lang="en-US" sz="2000" dirty="0" err="1"/>
              <a:t>curvas</a:t>
            </a:r>
            <a:r>
              <a:rPr lang="en-US" sz="2000" dirty="0"/>
              <a:t> </a:t>
            </a:r>
            <a:r>
              <a:rPr lang="en-US" sz="2000" dirty="0" err="1"/>
              <a:t>rojas</a:t>
            </a:r>
            <a:r>
              <a:rPr lang="en-US" sz="2000" dirty="0"/>
              <a:t> del </a:t>
            </a:r>
            <a:r>
              <a:rPr lang="en-US" sz="2000" dirty="0" err="1"/>
              <a:t>mapa</a:t>
            </a:r>
            <a:r>
              <a:rPr lang="en-US" sz="2000" dirty="0"/>
              <a:t>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6772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3F9A7F3-4424-BE00-A75D-AC923D6549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24" r="17239" b="-1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202ED0D-CCC2-F6E2-8EF5-61B65FB76AEC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Isotermas</a:t>
            </a:r>
            <a:r>
              <a:rPr lang="en-US" sz="2000" dirty="0"/>
              <a:t>. </a:t>
            </a:r>
            <a:r>
              <a:rPr lang="en-US" sz="2000" dirty="0" err="1"/>
              <a:t>Curvas</a:t>
            </a:r>
            <a:r>
              <a:rPr lang="en-US" sz="2000" dirty="0"/>
              <a:t> que indican </a:t>
            </a:r>
            <a:r>
              <a:rPr lang="en-US" sz="2000" dirty="0" err="1"/>
              <a:t>lugares</a:t>
            </a:r>
            <a:r>
              <a:rPr lang="en-US" sz="2000" dirty="0"/>
              <a:t> del </a:t>
            </a:r>
            <a:r>
              <a:rPr lang="en-US" sz="2000" dirty="0" err="1"/>
              <a:t>mapa</a:t>
            </a:r>
            <a:r>
              <a:rPr lang="en-US" sz="2000" dirty="0"/>
              <a:t> con la </a:t>
            </a:r>
            <a:r>
              <a:rPr lang="en-US" sz="2000" b="1" dirty="0" err="1"/>
              <a:t>misma</a:t>
            </a:r>
            <a:r>
              <a:rPr lang="en-US" sz="2000" b="1" dirty="0"/>
              <a:t> </a:t>
            </a:r>
            <a:r>
              <a:rPr lang="en-US" sz="2000" b="1" dirty="0" err="1"/>
              <a:t>temperatura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En un </a:t>
            </a:r>
            <a:r>
              <a:rPr lang="en-US" sz="2000" dirty="0" err="1"/>
              <a:t>sentido</a:t>
            </a:r>
            <a:r>
              <a:rPr lang="en-US" sz="2000" dirty="0"/>
              <a:t> </a:t>
            </a:r>
            <a:r>
              <a:rPr lang="en-US" sz="2000" dirty="0" err="1"/>
              <a:t>genérico</a:t>
            </a:r>
            <a:r>
              <a:rPr lang="en-US" sz="2000" dirty="0"/>
              <a:t> </a:t>
            </a:r>
            <a:r>
              <a:rPr lang="en-US" sz="2000" dirty="0" err="1"/>
              <a:t>sería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subconjunto</a:t>
            </a:r>
            <a:r>
              <a:rPr lang="en-US" sz="2000" dirty="0"/>
              <a:t> de </a:t>
            </a:r>
            <a:r>
              <a:rPr lang="en-US" sz="2000" b="1" dirty="0" err="1"/>
              <a:t>elementos</a:t>
            </a:r>
            <a:r>
              <a:rPr lang="en-US" sz="2000" b="1" dirty="0"/>
              <a:t> del </a:t>
            </a:r>
            <a:r>
              <a:rPr lang="en-US" sz="2000" b="1" dirty="0" err="1"/>
              <a:t>dominio</a:t>
            </a:r>
            <a:r>
              <a:rPr lang="en-US" sz="2000" dirty="0"/>
              <a:t> de un  </a:t>
            </a:r>
            <a:r>
              <a:rPr lang="en-US" sz="2000" b="1" dirty="0"/>
              <a:t>campo </a:t>
            </a:r>
            <a:r>
              <a:rPr lang="en-US" sz="2000" b="1" dirty="0" err="1"/>
              <a:t>escalar</a:t>
            </a:r>
            <a:r>
              <a:rPr lang="en-US" sz="2000" b="1" dirty="0"/>
              <a:t> </a:t>
            </a:r>
            <a:r>
              <a:rPr lang="en-US" sz="2000" dirty="0"/>
              <a:t>que </a:t>
            </a:r>
            <a:r>
              <a:rPr lang="en-US" sz="2000" dirty="0" err="1"/>
              <a:t>tienen</a:t>
            </a:r>
            <a:r>
              <a:rPr lang="en-US" sz="2000" dirty="0"/>
              <a:t> la </a:t>
            </a:r>
            <a:r>
              <a:rPr lang="en-US" sz="2000" b="1" dirty="0" err="1"/>
              <a:t>misma</a:t>
            </a:r>
            <a:r>
              <a:rPr lang="en-US" sz="2000" b="1" dirty="0"/>
              <a:t> imagen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dirty="0" err="1"/>
              <a:t>estos</a:t>
            </a:r>
            <a:r>
              <a:rPr lang="en-US" sz="2000" dirty="0"/>
              <a:t> </a:t>
            </a:r>
            <a:r>
              <a:rPr lang="en-US" sz="2000" dirty="0" err="1"/>
              <a:t>subconjuntos</a:t>
            </a:r>
            <a:r>
              <a:rPr lang="en-US" sz="2000" dirty="0"/>
              <a:t> se </a:t>
            </a:r>
            <a:r>
              <a:rPr lang="en-US" sz="2000" dirty="0" err="1"/>
              <a:t>los</a:t>
            </a:r>
            <a:r>
              <a:rPr lang="en-US" sz="2000" dirty="0"/>
              <a:t> llama </a:t>
            </a:r>
            <a:r>
              <a:rPr lang="en-US" sz="2000" b="1" dirty="0"/>
              <a:t>conjuntos de </a:t>
            </a:r>
            <a:r>
              <a:rPr lang="en-US" sz="2000" b="1" dirty="0" err="1"/>
              <a:t>nivel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5602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DE1D-81E6-B860-33DD-27E6C7D7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96DC21-47C3-F4AE-139C-2D39A1D59EA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86774E6-EC1C-3DD3-F6A2-8AA600A43186}"/>
                  </a:ext>
                </a:extLst>
              </p:cNvPr>
              <p:cNvSpPr txBox="1"/>
              <p:nvPr/>
            </p:nvSpPr>
            <p:spPr>
              <a:xfrm>
                <a:off x="563879" y="382012"/>
                <a:ext cx="11628121" cy="609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CONJUNTOS DE NIVEL-K DE CAMPOS ESCALARES</a:t>
                </a:r>
              </a:p>
              <a:p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Si extendemos el concepto de conjunto de ceros de f (cal1)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a Campos Escalares y a cualquier valor real de k definimos: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𝐷𝑜𝑚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Son subconjuntos del DOMINIO de un C.E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Si n=2 los conjuntos suelen ser curvas (de nivel k)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Si n=3 los conjuntos suelen ser superficies (de nivel k)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86774E6-EC1C-3DD3-F6A2-8AA600A43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82012"/>
                <a:ext cx="11628121" cy="6093976"/>
              </a:xfrm>
              <a:prstGeom prst="rect">
                <a:avLst/>
              </a:prstGeom>
              <a:blipFill>
                <a:blip r:embed="rId2"/>
                <a:stretch>
                  <a:fillRect l="-1205" t="-1301" b="-220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115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FB9D-9B0B-1449-391B-87D2EDB2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96CF2B-5327-0BEE-2324-4D5042D616E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8073018-BDB3-9F47-18E3-F31A737F5202}"/>
                  </a:ext>
                </a:extLst>
              </p:cNvPr>
              <p:cNvSpPr txBox="1"/>
              <p:nvPr/>
            </p:nvSpPr>
            <p:spPr>
              <a:xfrm>
                <a:off x="428968" y="566678"/>
                <a:ext cx="1162812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CONJUNTOS DE NIVEL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1: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8073018-BDB3-9F47-18E3-F31A737F5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68" y="566678"/>
                <a:ext cx="11628121" cy="4708981"/>
              </a:xfrm>
              <a:prstGeom prst="rect">
                <a:avLst/>
              </a:prstGeom>
              <a:blipFill>
                <a:blip r:embed="rId2"/>
                <a:stretch>
                  <a:fillRect l="-1205" t="-16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386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2312-0371-1220-C9E5-D89140F1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88D460-65E3-E887-6391-02C26C68FE2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3E325AB-DC58-4202-F6A0-A738018050F5}"/>
                  </a:ext>
                </a:extLst>
              </p:cNvPr>
              <p:cNvSpPr txBox="1"/>
              <p:nvPr/>
            </p:nvSpPr>
            <p:spPr>
              <a:xfrm>
                <a:off x="428968" y="626639"/>
                <a:ext cx="11628121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CONJUNTOS DE NIVEL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1: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r>
                  <a:rPr lang="es-AR" sz="3000" dirty="0">
                    <a:latin typeface="Cambria Math" panose="02040503050406030204" pitchFamily="18" charset="0"/>
                  </a:rPr>
                  <a:t>¿Hay algún conjunto de nivel con un solo elemento (punto)?</a:t>
                </a: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r>
                  <a:rPr lang="es-AR" sz="3000" dirty="0">
                    <a:latin typeface="Cambria Math" panose="02040503050406030204" pitchFamily="18" charset="0"/>
                  </a:rPr>
                  <a:t>¿ Para qué valores de K el conjunto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)=∅</m:t>
                    </m:r>
                  </m:oMath>
                </a14:m>
                <a:r>
                  <a:rPr lang="es-AR" sz="3000" dirty="0">
                    <a:latin typeface="Cambria Math" panose="02040503050406030204" pitchFamily="18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3E325AB-DC58-4202-F6A0-A73801805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68" y="626639"/>
                <a:ext cx="11628121" cy="5632311"/>
              </a:xfrm>
              <a:prstGeom prst="rect">
                <a:avLst/>
              </a:prstGeom>
              <a:blipFill>
                <a:blip r:embed="rId2"/>
                <a:stretch>
                  <a:fillRect l="-1205" t="-1407"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733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214C-3EFE-DE1F-FC2B-0849EE93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A14488C-D814-3AAE-A337-3B6067A091E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B2A9660-D47D-18B3-51AF-FE9F66D1E1BF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RELACION: GRÁFICO - CONJUNTOS DE NIVEL </a:t>
                </a:r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B2A9660-D47D-18B3-51AF-FE9F66D1E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2400657"/>
              </a:xfrm>
              <a:prstGeom prst="rect">
                <a:avLst/>
              </a:prstGeom>
              <a:blipFill>
                <a:blip r:embed="rId2"/>
                <a:stretch>
                  <a:fillRect l="-1205" t="-330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7B496733-0CF2-0E9E-F825-0713A4C86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22" y="2720839"/>
            <a:ext cx="3486637" cy="27626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4A7E7A5-B02F-B66D-5DF9-DAC8A3896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498" y="2230233"/>
            <a:ext cx="4029637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85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3BB7-820E-FEAF-E9B2-96EACE55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5E20C9-3F45-3FAE-88B5-F85B01DB256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3E6556A-36FD-FC7A-94C7-0CDB86AA2643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CONJUNTOS DE NIVEL</a:t>
                </a:r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</a:t>
                </a:r>
                <a:r>
                  <a:rPr lang="es-AR" sz="3000" dirty="0">
                    <a:latin typeface="Arial Nova" panose="020B0504020202020204" pitchFamily="34" charset="0"/>
                  </a:rPr>
                  <a:t>2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3E6556A-36FD-FC7A-94C7-0CDB86AA2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3785652"/>
              </a:xfrm>
              <a:prstGeom prst="rect">
                <a:avLst/>
              </a:prstGeom>
              <a:blipFill>
                <a:blip r:embed="rId2"/>
                <a:stretch>
                  <a:fillRect l="-1205" t="-209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027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4288-BCAE-2F7F-BA10-BE2D16AA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2B8544-66D2-32DD-474D-5459C738891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253AE28-672C-CF1E-7B0D-31D54217D647}"/>
                  </a:ext>
                </a:extLst>
              </p:cNvPr>
              <p:cNvSpPr txBox="1"/>
              <p:nvPr/>
            </p:nvSpPr>
            <p:spPr>
              <a:xfrm>
                <a:off x="563879" y="382012"/>
                <a:ext cx="11628121" cy="6629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PROPIEDAD:</a:t>
                </a:r>
              </a:p>
              <a:p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Sean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y un campo escalare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Demostración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: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Supongamos que para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existe algún punto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Tal que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Entonces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 ∧   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.  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Lo cual es absurdo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Debido a que F es función </a:t>
                </a:r>
              </a:p>
              <a:p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253AE28-672C-CF1E-7B0D-31D54217D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82012"/>
                <a:ext cx="11628121" cy="6629892"/>
              </a:xfrm>
              <a:prstGeom prst="rect">
                <a:avLst/>
              </a:prstGeom>
              <a:blipFill>
                <a:blip r:embed="rId2"/>
                <a:stretch>
                  <a:fillRect l="-1205" t="-11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027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A44C-BF49-EFC4-0120-0E33F6D1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11AC71-F1CF-128D-050C-20D6B970592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E7E9B04-9489-8A4D-25CA-709ADE34CEF1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3766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CONJUNTOS DE NIVEL</a:t>
                </a:r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</a:t>
                </a:r>
                <a:r>
                  <a:rPr lang="es-AR" sz="3000" dirty="0">
                    <a:latin typeface="Arial Nova" panose="020B0504020202020204" pitchFamily="34" charset="0"/>
                  </a:rPr>
                  <a:t>2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E7E9B04-9489-8A4D-25CA-709ADE34C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3766480"/>
              </a:xfrm>
              <a:prstGeom prst="rect">
                <a:avLst/>
              </a:prstGeom>
              <a:blipFill>
                <a:blip r:embed="rId2"/>
                <a:stretch>
                  <a:fillRect l="-1205" t="-210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4731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2591-5B4F-9F3B-8999-73B5312B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921BA7E-D552-1E6E-F5B0-EB87234A02F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E628ADD-F677-876D-063C-0EEA2DD7F4AD}"/>
                  </a:ext>
                </a:extLst>
              </p:cNvPr>
              <p:cNvSpPr txBox="1"/>
              <p:nvPr/>
            </p:nvSpPr>
            <p:spPr>
              <a:xfrm>
                <a:off x="563879" y="502920"/>
                <a:ext cx="11628121" cy="3766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>
                    <a:latin typeface="Arial Nova" panose="020B0504020202020204" pitchFamily="34" charset="0"/>
                  </a:rPr>
                  <a:t>CONJUNTOS DE NIVEL</a:t>
                </a:r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EJEMPLO 3: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s-AR" sz="3000" dirty="0">
                  <a:latin typeface="Cambria Math" panose="02040503050406030204" pitchFamily="18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r>
                  <a:rPr lang="es-AR" sz="3000" dirty="0">
                    <a:latin typeface="Cambria Math" panose="02040503050406030204" pitchFamily="18" charset="0"/>
                  </a:rPr>
                  <a:t>Graficar los conjuntos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s-AR" sz="3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E628ADD-F677-876D-063C-0EEA2DD7F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502920"/>
                <a:ext cx="11628121" cy="3766480"/>
              </a:xfrm>
              <a:prstGeom prst="rect">
                <a:avLst/>
              </a:prstGeom>
              <a:blipFill>
                <a:blip r:embed="rId2"/>
                <a:stretch>
                  <a:fillRect l="-1205" t="-2107" b="-324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716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1A72-C3EC-991D-0E04-E9CC8188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759864-B902-45BD-0D18-E46DE42A1D20}"/>
              </a:ext>
            </a:extLst>
          </p:cNvPr>
          <p:cNvSpPr txBox="1"/>
          <p:nvPr/>
        </p:nvSpPr>
        <p:spPr>
          <a:xfrm>
            <a:off x="1495761" y="2263151"/>
            <a:ext cx="842772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DERIVACIÓN DE 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CAMPOS ESCALARES</a:t>
            </a:r>
          </a:p>
          <a:p>
            <a:endParaRPr lang="es-AR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0770E9-9D87-697A-6976-9FEE46417FE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25150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2BB0959-F95D-820C-64AC-28C5077B9BAD}"/>
                  </a:ext>
                </a:extLst>
              </p:cNvPr>
              <p:cNvSpPr txBox="1"/>
              <p:nvPr/>
            </p:nvSpPr>
            <p:spPr>
              <a:xfrm>
                <a:off x="563879" y="382012"/>
                <a:ext cx="11628121" cy="5240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DERIVADAS PARCIALES:</a:t>
                </a:r>
              </a:p>
              <a:p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				</a:t>
                </a:r>
                <a:r>
                  <a:rPr lang="es-AR" sz="3000" dirty="0">
                    <a:latin typeface="Arial Nova" panose="020B0504020202020204" pitchFamily="34" charset="0"/>
                  </a:rPr>
                  <a:t>	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Derivada (total) respecto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					Derivada (total) respecto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			Derivadas </a:t>
                </a:r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parciales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respecto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	</a:t>
                </a:r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2BB0959-F95D-820C-64AC-28C5077B9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82012"/>
                <a:ext cx="11628121" cy="5240089"/>
              </a:xfrm>
              <a:prstGeom prst="rect">
                <a:avLst/>
              </a:prstGeom>
              <a:blipFill>
                <a:blip r:embed="rId2"/>
                <a:stretch>
                  <a:fillRect l="-1205" t="-15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EAAED299-604F-EF78-7B8D-AC6E1C0A53F8}"/>
              </a:ext>
            </a:extLst>
          </p:cNvPr>
          <p:cNvSpPr/>
          <p:nvPr/>
        </p:nvSpPr>
        <p:spPr>
          <a:xfrm>
            <a:off x="3357797" y="1903751"/>
            <a:ext cx="2503357" cy="314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93A7A974-A237-128C-9337-73AC0F619683}"/>
              </a:ext>
            </a:extLst>
          </p:cNvPr>
          <p:cNvSpPr/>
          <p:nvPr/>
        </p:nvSpPr>
        <p:spPr>
          <a:xfrm>
            <a:off x="4174385" y="4639457"/>
            <a:ext cx="1686769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D7F8F0E9-4D9C-FA50-9EE0-E5D683FB3D63}"/>
              </a:ext>
            </a:extLst>
          </p:cNvPr>
          <p:cNvSpPr/>
          <p:nvPr/>
        </p:nvSpPr>
        <p:spPr>
          <a:xfrm>
            <a:off x="3357796" y="3271604"/>
            <a:ext cx="2503357" cy="314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71DB6C-6FF7-2700-0E69-EE80344AF6A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80090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A85589-D605-FF26-9673-F6D8718CF09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D8614D6-6980-E6B5-83C2-0917CCB83418}"/>
                  </a:ext>
                </a:extLst>
              </p:cNvPr>
              <p:cNvSpPr txBox="1"/>
              <p:nvPr/>
            </p:nvSpPr>
            <p:spPr>
              <a:xfrm>
                <a:off x="563879" y="341769"/>
                <a:ext cx="11628121" cy="6155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DERIVADAS PARCIALES: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Como se deriva respecto de cada variable</a:t>
                </a: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Habrá tantas derivadas parciales como cantidad de variables</a:t>
                </a: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  ⇒    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 tiene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derivadas parciales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A la derivada del campo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respecto de la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AR" sz="3000" dirty="0" err="1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ésima</a:t>
                </a:r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variable evaluada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 se la nota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′</m:t>
                          </m:r>
                        </m:e>
                        <m:sub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𝑑𝐹</m:t>
                          </m:r>
                        </m:num>
                        <m:den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s-AR" sz="3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3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D8614D6-6980-E6B5-83C2-0917CCB83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41769"/>
                <a:ext cx="11628121" cy="6155852"/>
              </a:xfrm>
              <a:prstGeom prst="rect">
                <a:avLst/>
              </a:prstGeom>
              <a:blipFill>
                <a:blip r:embed="rId2"/>
                <a:stretch>
                  <a:fillRect l="-1205" t="-128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4548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6C47-28E3-5480-13B5-EB8F3BDE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B57D467-08CA-2161-A340-3C8B5E22363F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E371DB-7C18-24BF-4708-E21D6AF5BA44}"/>
              </a:ext>
            </a:extLst>
          </p:cNvPr>
          <p:cNvSpPr txBox="1"/>
          <p:nvPr/>
        </p:nvSpPr>
        <p:spPr>
          <a:xfrm>
            <a:off x="563879" y="341769"/>
            <a:ext cx="1162812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>
                <a:latin typeface="Arial Nova" panose="020B0504020202020204" pitchFamily="34" charset="0"/>
              </a:rPr>
              <a:t>DERIVADAS PARCIALES:</a:t>
            </a:r>
          </a:p>
          <a:p>
            <a:endParaRPr lang="es-AR" sz="3000" b="1" dirty="0">
              <a:latin typeface="Arial Nova" panose="020B0504020202020204" pitchFamily="34" charset="0"/>
            </a:endParaRPr>
          </a:p>
          <a:p>
            <a:r>
              <a:rPr lang="es-AR" sz="3000" dirty="0">
                <a:latin typeface="Arial Nova" panose="020B0504020202020204" pitchFamily="34" charset="0"/>
              </a:rPr>
              <a:t>Cuando derivamos respecto de alguna de las variables…</a:t>
            </a:r>
          </a:p>
          <a:p>
            <a:endParaRPr lang="es-AR" sz="3000" dirty="0">
              <a:latin typeface="Arial Nova" panose="020B0504020202020204" pitchFamily="34" charset="0"/>
            </a:endParaRPr>
          </a:p>
          <a:p>
            <a:r>
              <a:rPr lang="es-AR" sz="3000" dirty="0">
                <a:latin typeface="Arial Nova" panose="020B0504020202020204" pitchFamily="34" charset="0"/>
              </a:rPr>
              <a:t>tomamos a </a:t>
            </a:r>
            <a:r>
              <a:rPr lang="es-AR" sz="3000" b="1" dirty="0">
                <a:latin typeface="Arial Nova" panose="020B0504020202020204" pitchFamily="34" charset="0"/>
              </a:rPr>
              <a:t>las demás </a:t>
            </a:r>
            <a:r>
              <a:rPr lang="es-AR" sz="3000" dirty="0">
                <a:latin typeface="Arial Nova" panose="020B0504020202020204" pitchFamily="34" charset="0"/>
              </a:rPr>
              <a:t>como </a:t>
            </a:r>
            <a:r>
              <a:rPr lang="es-AR" sz="3000" b="1" dirty="0">
                <a:latin typeface="Arial Nova" panose="020B0504020202020204" pitchFamily="34" charset="0"/>
              </a:rPr>
              <a:t>constantes</a:t>
            </a:r>
          </a:p>
          <a:p>
            <a:endParaRPr lang="es-AR" sz="3000" b="1" dirty="0">
              <a:latin typeface="Arial Nova" panose="020B0504020202020204" pitchFamily="34" charset="0"/>
            </a:endParaRPr>
          </a:p>
          <a:p>
            <a:r>
              <a:rPr lang="es-AR" sz="3000" dirty="0">
                <a:latin typeface="Arial Nova" panose="020B0504020202020204" pitchFamily="34" charset="0"/>
              </a:rPr>
              <a:t>Esto permite derivar como en funciones de una variable</a:t>
            </a:r>
          </a:p>
          <a:p>
            <a:endParaRPr lang="es-AR" sz="3000" dirty="0">
              <a:latin typeface="Arial Nova" panose="020B0504020202020204" pitchFamily="34" charset="0"/>
            </a:endParaRPr>
          </a:p>
          <a:p>
            <a:endParaRPr lang="es-AR" sz="3000" dirty="0">
              <a:latin typeface="Arial Nova" panose="020B0504020202020204" pitchFamily="34" charset="0"/>
            </a:endParaRPr>
          </a:p>
          <a:p>
            <a:endParaRPr lang="es-AR" sz="3000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22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2A225-0BD4-7A1D-CCBF-9F04ADFA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CA50EF-C6BB-7268-3219-A06BC2C3043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0799540-1095-9D2C-E9AE-78F078D26805}"/>
                  </a:ext>
                </a:extLst>
              </p:cNvPr>
              <p:cNvSpPr txBox="1"/>
              <p:nvPr/>
            </p:nvSpPr>
            <p:spPr>
              <a:xfrm>
                <a:off x="563879" y="237589"/>
                <a:ext cx="11628121" cy="8884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EJEMPLO 1: </a:t>
                </a:r>
                <a:r>
                  <a:rPr lang="es-AR" sz="3000" dirty="0">
                    <a:latin typeface="Arial Nova" panose="020B0504020202020204" pitchFamily="34" charset="0"/>
                  </a:rPr>
                  <a:t>Derivadas parciales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=4−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b="1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Si queremos calcular la derivada respecto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AR" sz="3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AR" sz="3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i="1">
                          <a:latin typeface="Cambria Math" panose="02040503050406030204" pitchFamily="18" charset="0"/>
                        </a:rPr>
                        <m:t>4−</m:t>
                      </m:r>
                      <m:sSup>
                        <m:sSupPr>
                          <m:ctrlPr>
                            <a:rPr lang="es-AR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3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AR" sz="3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AR" sz="3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s-AR" sz="3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3000" b="0" i="0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s-AR" sz="3000" b="0" i="0" dirty="0">
                  <a:latin typeface="Cambria Math" panose="02040503050406030204" pitchFamily="18" charset="0"/>
                </a:endParaRPr>
              </a:p>
              <a:p>
                <a:endParaRPr lang="es-AR" sz="3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⇒    </m:t>
                      </m:r>
                      <m:r>
                        <a:rPr lang="es-AR" sz="3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0−2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−0</m:t>
                      </m:r>
                    </m:oMath>
                  </m:oMathPara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Luego: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Con lo cual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⇒   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0799540-1095-9D2C-E9AE-78F078D26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237589"/>
                <a:ext cx="11628121" cy="8884227"/>
              </a:xfrm>
              <a:prstGeom prst="rect">
                <a:avLst/>
              </a:prstGeom>
              <a:blipFill>
                <a:blip r:embed="rId2"/>
                <a:stretch>
                  <a:fillRect l="-1205" t="-8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16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632A4-FA09-0BB5-9DEB-7068D328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B7AC741-6F89-A2F0-E76D-C768975E646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33FF098-3C41-8F73-093B-2ADA8E3AB39C}"/>
                  </a:ext>
                </a:extLst>
              </p:cNvPr>
              <p:cNvSpPr txBox="1"/>
              <p:nvPr/>
            </p:nvSpPr>
            <p:spPr>
              <a:xfrm>
                <a:off x="563879" y="237589"/>
                <a:ext cx="11628121" cy="8884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EJEMPLO 1: </a:t>
                </a:r>
                <a:r>
                  <a:rPr lang="es-AR" sz="3000" dirty="0">
                    <a:latin typeface="Arial Nova" panose="020B0504020202020204" pitchFamily="34" charset="0"/>
                  </a:rPr>
                  <a:t>Derivadas parciales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=4−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b="1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Si queremos calcular la derivada respecto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AR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i="1">
                          <a:latin typeface="Cambria Math" panose="02040503050406030204" pitchFamily="18" charset="0"/>
                        </a:rPr>
                        <m:t>4−</m:t>
                      </m:r>
                      <m:sSubSup>
                        <m:sSub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AR" sz="3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0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s-AR" sz="3000" b="0" i="0" dirty="0">
                  <a:latin typeface="Cambria Math" panose="02040503050406030204" pitchFamily="18" charset="0"/>
                </a:endParaRPr>
              </a:p>
              <a:p>
                <a:endParaRPr lang="es-AR" sz="3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⇒    </m:t>
                      </m:r>
                      <m:r>
                        <a:rPr lang="es-AR" sz="3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0−0−8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Luego: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Con lo cual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⇒   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33FF098-3C41-8F73-093B-2ADA8E3AB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237589"/>
                <a:ext cx="11628121" cy="8884227"/>
              </a:xfrm>
              <a:prstGeom prst="rect">
                <a:avLst/>
              </a:prstGeom>
              <a:blipFill>
                <a:blip r:embed="rId2"/>
                <a:stretch>
                  <a:fillRect l="-1205" t="-8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641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0C6D-E287-13C5-A41B-F47BAEFD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066CAD-14F4-F061-49C5-2EB5A084C53A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59D3EA4-B374-DC22-9108-0332CF98EA6A}"/>
                  </a:ext>
                </a:extLst>
              </p:cNvPr>
              <p:cNvSpPr txBox="1"/>
              <p:nvPr/>
            </p:nvSpPr>
            <p:spPr>
              <a:xfrm>
                <a:off x="563879" y="341769"/>
                <a:ext cx="11628121" cy="6555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DERIVADAS PARCIALES: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b="1" dirty="0">
                    <a:latin typeface="Arial Nova" panose="020B0504020202020204" pitchFamily="34" charset="0"/>
                  </a:rPr>
                  <a:t>EJEMPLO 2: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Calcular las derivadas parciales genéricas de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 dirty="0">
                    <a:latin typeface="Arial Nova" panose="020B0504020202020204" pitchFamily="34" charset="0"/>
                  </a:rPr>
                  <a:t>Luego especializarlas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−3,2</m:t>
                        </m:r>
                      </m:e>
                    </m:d>
                  </m:oMath>
                </a14:m>
                <a:r>
                  <a:rPr lang="es-AR" sz="3000" b="0" dirty="0">
                    <a:latin typeface="Arial Nova" panose="020B0504020202020204" pitchFamily="34" charset="0"/>
                  </a:rPr>
                  <a:t> y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sz="3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AR" sz="3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</a:t>
                </a:r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59D3EA4-B374-DC22-9108-0332CF98E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41769"/>
                <a:ext cx="11628121" cy="6555641"/>
              </a:xfrm>
              <a:prstGeom prst="rect">
                <a:avLst/>
              </a:prstGeom>
              <a:blipFill>
                <a:blip r:embed="rId3"/>
                <a:stretch>
                  <a:fillRect l="-1205" t="-12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296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C061566-98AE-7EB7-BEF1-88C09D394EBA}"/>
              </a:ext>
            </a:extLst>
          </p:cNvPr>
          <p:cNvSpPr txBox="1"/>
          <p:nvPr/>
        </p:nvSpPr>
        <p:spPr>
          <a:xfrm>
            <a:off x="839449" y="273223"/>
            <a:ext cx="88891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/>
              <a:t>EJEMPLO 3</a:t>
            </a:r>
            <a:r>
              <a:rPr lang="es-AR" sz="3000" dirty="0"/>
              <a:t>: TP2 Ejercicio 3</a:t>
            </a:r>
          </a:p>
          <a:p>
            <a:endParaRPr lang="es-AR" sz="3000" dirty="0"/>
          </a:p>
          <a:p>
            <a:endParaRPr lang="es-AR" sz="3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123BB4-625D-EE79-80B1-7E088CAEA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01" y="833654"/>
            <a:ext cx="5018500" cy="118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32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04E9-71BF-86D5-3B20-847685C6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DFC166-CD6F-16AA-AC16-538C81DFEAAA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9165F4D-4802-D06B-BCD6-57D00E1C2161}"/>
                  </a:ext>
                </a:extLst>
              </p:cNvPr>
              <p:cNvSpPr txBox="1"/>
              <p:nvPr/>
            </p:nvSpPr>
            <p:spPr>
              <a:xfrm>
                <a:off x="563879" y="237589"/>
                <a:ext cx="11628121" cy="6615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DERIVADAS PARCIALES: INTERPRETACIÓN GEOMÉTRICA</a:t>
                </a:r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Esto genera una curva sobre la superficie gráfica del campo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Parametrizada por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b="0">
                    <a:latin typeface="Arial Nova" panose="020B0504020202020204" pitchFamily="34" charset="0"/>
                  </a:rPr>
                  <a:t>Ahora bien...</a:t>
                </a:r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9165F4D-4802-D06B-BCD6-57D00E1C2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237589"/>
                <a:ext cx="11628121" cy="6615081"/>
              </a:xfrm>
              <a:prstGeom prst="rect">
                <a:avLst/>
              </a:prstGeom>
              <a:blipFill>
                <a:blip r:embed="rId2"/>
                <a:stretch>
                  <a:fillRect l="-1205" t="-1198" b="-193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B79E66FD-1FA9-E10F-1F00-EE0E1AF3CE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6917539"/>
                  </p:ext>
                </p:extLst>
              </p:nvPr>
            </p:nvGraphicFramePr>
            <p:xfrm>
              <a:off x="884419" y="1037868"/>
              <a:ext cx="10208302" cy="29627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04151">
                      <a:extLst>
                        <a:ext uri="{9D8B030D-6E8A-4147-A177-3AD203B41FA5}">
                          <a16:colId xmlns:a16="http://schemas.microsoft.com/office/drawing/2014/main" val="1627979054"/>
                        </a:ext>
                      </a:extLst>
                    </a:gridCol>
                    <a:gridCol w="5104151">
                      <a:extLst>
                        <a:ext uri="{9D8B030D-6E8A-4147-A177-3AD203B41FA5}">
                          <a16:colId xmlns:a16="http://schemas.microsoft.com/office/drawing/2014/main" val="1630096050"/>
                        </a:ext>
                      </a:extLst>
                    </a:gridCol>
                  </a:tblGrid>
                  <a:tr h="431167">
                    <a:tc>
                      <a:txBody>
                        <a:bodyPr/>
                        <a:lstStyle/>
                        <a:p>
                          <a:r>
                            <a:rPr lang="es-AR" dirty="0"/>
                            <a:t>ANALÍTICAMENTE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dirty="0"/>
                            <a:t>GRÁFICAMENTE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486169"/>
                      </a:ext>
                    </a:extLst>
                  </a:tr>
                  <a:tr h="12657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⊆</m:t>
                                </m:r>
                                <m:sSup>
                                  <m:sSupPr>
                                    <m:ctrlP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AR" b="0" dirty="0"/>
                        </a:p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dirty="0"/>
                            <a:t>Superficie de ecuación </a:t>
                          </a:r>
                        </a:p>
                        <a:p>
                          <a:endParaRPr lang="es-AR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0592913"/>
                      </a:ext>
                    </a:extLst>
                  </a:tr>
                  <a:tr h="1265782">
                    <a:tc>
                      <a:txBody>
                        <a:bodyPr/>
                        <a:lstStyle/>
                        <a:p>
                          <a:r>
                            <a:rPr lang="es-AR" dirty="0"/>
                            <a:t>Derivar parcialmente respecto de x</a:t>
                          </a:r>
                        </a:p>
                        <a:p>
                          <a:endParaRPr lang="es-AR" dirty="0"/>
                        </a:p>
                        <a:p>
                          <a:r>
                            <a:rPr lang="es-AR" dirty="0"/>
                            <a:t>Es decir fijar y en algún valor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  <a:p>
                          <a:r>
                            <a:rPr lang="es-AR" dirty="0"/>
                            <a:t>Intersecar a la superficie con el plano vertical </a:t>
                          </a:r>
                          <a:endParaRPr lang="es-A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A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A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48843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B79E66FD-1FA9-E10F-1F00-EE0E1AF3CE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6917539"/>
                  </p:ext>
                </p:extLst>
              </p:nvPr>
            </p:nvGraphicFramePr>
            <p:xfrm>
              <a:off x="884419" y="1037868"/>
              <a:ext cx="10208302" cy="29627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04151">
                      <a:extLst>
                        <a:ext uri="{9D8B030D-6E8A-4147-A177-3AD203B41FA5}">
                          <a16:colId xmlns:a16="http://schemas.microsoft.com/office/drawing/2014/main" val="1627979054"/>
                        </a:ext>
                      </a:extLst>
                    </a:gridCol>
                    <a:gridCol w="5104151">
                      <a:extLst>
                        <a:ext uri="{9D8B030D-6E8A-4147-A177-3AD203B41FA5}">
                          <a16:colId xmlns:a16="http://schemas.microsoft.com/office/drawing/2014/main" val="1630096050"/>
                        </a:ext>
                      </a:extLst>
                    </a:gridCol>
                  </a:tblGrid>
                  <a:tr h="431167">
                    <a:tc>
                      <a:txBody>
                        <a:bodyPr/>
                        <a:lstStyle/>
                        <a:p>
                          <a:r>
                            <a:rPr lang="es-AR" dirty="0"/>
                            <a:t>ANALÍTICAMENTE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dirty="0"/>
                            <a:t>GRÁFICAMENTE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486169"/>
                      </a:ext>
                    </a:extLst>
                  </a:tr>
                  <a:tr h="1265782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19" t="-36058" r="-100358" b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00239" t="-36058" r="-478" b="-100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0592913"/>
                      </a:ext>
                    </a:extLst>
                  </a:tr>
                  <a:tr h="1265782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19" t="-136058" r="-100358" b="-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00239" t="-136058" r="-478" b="-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8843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85824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129E4-C48B-271C-3C7F-55519AA0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12783C-38E2-1BA7-69EA-78623CB1E97A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2238A9F-8A67-AEF1-36D0-486B25A55847}"/>
                  </a:ext>
                </a:extLst>
              </p:cNvPr>
              <p:cNvSpPr txBox="1"/>
              <p:nvPr/>
            </p:nvSpPr>
            <p:spPr>
              <a:xfrm>
                <a:off x="563879" y="237589"/>
                <a:ext cx="11628121" cy="7657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DERIVADAS PARCIALES: INTERPRETACIÓN GEOMÉTRICA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La derivada de la F. V </a:t>
                </a:r>
                <a14:m>
                  <m:oMath xmlns:m="http://schemas.openxmlformats.org/officeDocument/2006/math">
                    <m:r>
                      <a:rPr lang="es-AR" sz="3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es:</a:t>
                </a:r>
              </a:p>
              <a:p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𝜎</m:t>
                      </m:r>
                      <m:sPre>
                        <m:sPre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sPre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1,0,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</a:rPr>
                  <a:t>Que evaluada en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3000" b="0" dirty="0">
                    <a:latin typeface="Arial Nova" panose="020B0504020202020204" pitchFamily="34" charset="0"/>
                  </a:rPr>
                  <a:t> genera al vector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1,0,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b="0" dirty="0">
                    <a:latin typeface="Arial Nova" panose="020B0504020202020204" pitchFamily="34" charset="0"/>
                  </a:rPr>
                  <a:t>Que es justamente el vector tangente a la curva C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b="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2238A9F-8A67-AEF1-36D0-486B25A55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237589"/>
                <a:ext cx="11628121" cy="7657289"/>
              </a:xfrm>
              <a:prstGeom prst="rect">
                <a:avLst/>
              </a:prstGeom>
              <a:blipFill>
                <a:blip r:embed="rId2"/>
                <a:stretch>
                  <a:fillRect l="-1205" t="-103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9064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1BBF-E4E8-8F40-7188-A1518861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92315F-97B0-282D-291D-5D142BFE9CB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28730AA-3565-30DC-3EF7-CAE5EEBCA5E9}"/>
                  </a:ext>
                </a:extLst>
              </p:cNvPr>
              <p:cNvSpPr txBox="1"/>
              <p:nvPr/>
            </p:nvSpPr>
            <p:spPr>
              <a:xfrm>
                <a:off x="281939" y="72697"/>
                <a:ext cx="11628121" cy="609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DERIVADAS PARCIALES: INTERPRETACIÓN GEOMÉTRICA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b="0" dirty="0">
                    <a:latin typeface="Arial Nova" panose="020B0504020202020204" pitchFamily="34" charset="0"/>
                  </a:rPr>
                  <a:t>Si </a:t>
                </a:r>
                <a:r>
                  <a:rPr lang="es-AR" sz="3000" dirty="0">
                    <a:latin typeface="Arial Nova" panose="020B0504020202020204" pitchFamily="34" charset="0"/>
                  </a:rPr>
                  <a:t>caracterizamos al vector tangente en términos de la superficie grafica y del campo escalar elegido tenemos que</a:t>
                </a:r>
              </a:p>
              <a:p>
                <a:pPr algn="ctr"/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AR" sz="3000" b="0" dirty="0">
                    <a:latin typeface="Arial Nova" panose="020B0504020202020204" pitchFamily="34" charset="0"/>
                  </a:rPr>
                  <a:t> es el vector tangente a la curva intersección entre el gráfico de F y el plano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AR" sz="3000" b="0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b="0" dirty="0">
                    <a:latin typeface="Arial Nova" panose="020B0504020202020204" pitchFamily="34" charset="0"/>
                  </a:rPr>
                  <a:t>Cuya 3er coordenada es justamente el valor de la derivada parcial 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</a:rPr>
                  <a:t>d</a:t>
                </a:r>
                <a:r>
                  <a:rPr lang="es-AR" sz="3000" b="0" dirty="0">
                    <a:latin typeface="Arial Nova" panose="020B0504020202020204" pitchFamily="34" charset="0"/>
                  </a:rPr>
                  <a:t>el campo F en el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28730AA-3565-30DC-3EF7-CAE5EEBCA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" y="72697"/>
                <a:ext cx="11628121" cy="6093976"/>
              </a:xfrm>
              <a:prstGeom prst="rect">
                <a:avLst/>
              </a:prstGeom>
              <a:blipFill>
                <a:blip r:embed="rId2"/>
                <a:stretch>
                  <a:fillRect l="-1205" t="-1300" r="-19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6013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E142-0DEA-5344-9BD8-D2CFA16E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447A7D-0104-0393-B7A5-F866FC937A8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F399D7-0951-447F-A7F8-E3C2F6B7858C}"/>
              </a:ext>
            </a:extLst>
          </p:cNvPr>
          <p:cNvSpPr txBox="1"/>
          <p:nvPr/>
        </p:nvSpPr>
        <p:spPr>
          <a:xfrm>
            <a:off x="281939" y="72697"/>
            <a:ext cx="1162812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>
                <a:latin typeface="Arial Nova" panose="020B0504020202020204" pitchFamily="34" charset="0"/>
              </a:rPr>
              <a:t>DERIVADAS PARCIALES: INTERPRETACIÓN GEOMÉTRICA</a:t>
            </a:r>
          </a:p>
          <a:p>
            <a:endParaRPr lang="es-AR" sz="3000" b="1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endParaRPr lang="es-AR" sz="3000" dirty="0">
              <a:latin typeface="Arial Nova" panose="020B0504020202020204" pitchFamily="34" charset="0"/>
            </a:endParaRPr>
          </a:p>
          <a:p>
            <a:pPr algn="ctr"/>
            <a:r>
              <a:rPr lang="es-AR" sz="3000" b="0" dirty="0">
                <a:solidFill>
                  <a:schemeClr val="tx2">
                    <a:lumMod val="90000"/>
                    <a:lumOff val="10000"/>
                  </a:schemeClr>
                </a:solidFill>
                <a:latin typeface="Arial Nova" panose="020B0504020202020204" pitchFamily="34" charset="0"/>
                <a:hlinkClick r:id="rId2"/>
              </a:rPr>
              <a:t>https://www.geogebra.org/3d/gj7kznpx</a:t>
            </a:r>
            <a:endParaRPr lang="es-AR" sz="3000" b="0" dirty="0">
              <a:solidFill>
                <a:schemeClr val="tx2">
                  <a:lumMod val="90000"/>
                  <a:lumOff val="10000"/>
                </a:schemeClr>
              </a:solidFill>
              <a:latin typeface="Arial Nova" panose="020B0504020202020204" pitchFamily="34" charset="0"/>
            </a:endParaRPr>
          </a:p>
          <a:p>
            <a:pPr algn="ctr"/>
            <a:r>
              <a:rPr lang="es-AR" sz="2000" dirty="0">
                <a:latin typeface="Arial Nova" panose="020B0504020202020204" pitchFamily="34" charset="0"/>
              </a:rPr>
              <a:t>El recurso de </a:t>
            </a:r>
            <a:r>
              <a:rPr lang="es-AR" sz="2000" dirty="0" err="1">
                <a:latin typeface="Arial Nova" panose="020B0504020202020204" pitchFamily="34" charset="0"/>
              </a:rPr>
              <a:t>geogebra</a:t>
            </a:r>
            <a:r>
              <a:rPr lang="es-AR" sz="2000" dirty="0">
                <a:latin typeface="Arial Nova" panose="020B0504020202020204" pitchFamily="34" charset="0"/>
              </a:rPr>
              <a:t> permite explorar dichos vectores tangentes  con diferentes campos escalares y puntos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E9D218-E304-C26E-BA29-683BC26A0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338" y="1273348"/>
            <a:ext cx="3907678" cy="368708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59B1A75-9128-15C8-C2CA-0E94710F2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809" y="1273742"/>
            <a:ext cx="3907677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48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2E0A2-5129-B746-10AF-BF1B8FFA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91ABED-4402-11B8-9983-30F7405BFAF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E071BF3-100F-719D-AEB2-E36677FDE194}"/>
                  </a:ext>
                </a:extLst>
              </p:cNvPr>
              <p:cNvSpPr txBox="1"/>
              <p:nvPr/>
            </p:nvSpPr>
            <p:spPr>
              <a:xfrm>
                <a:off x="281939" y="205355"/>
                <a:ext cx="11628121" cy="6478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INTERPRETACIÓN GEOMÉTRICA: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s-AR" sz="3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Dado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en el interior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El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nos dice la rapidez con la que varían las imágenes, al pasar por el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pero en la dirección del eje X 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Si </a:t>
                </a:r>
                <a:r>
                  <a:rPr lang="es-AR" sz="3000" b="1" dirty="0">
                    <a:latin typeface="Arial Nova" panose="020B0504020202020204" pitchFamily="34" charset="0"/>
                  </a:rPr>
                  <a:t>miramos a la curva </a:t>
                </a:r>
                <a14:m>
                  <m:oMath xmlns:m="http://schemas.openxmlformats.org/officeDocument/2006/math"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s-AR" sz="3000" b="1" dirty="0">
                    <a:latin typeface="Arial Nova" panose="020B0504020202020204" pitchFamily="34" charset="0"/>
                  </a:rPr>
                  <a:t> graficada </a:t>
                </a:r>
                <a:r>
                  <a:rPr lang="es-AR" sz="30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sobre el plano </a:t>
                </a:r>
                <a14:m>
                  <m:oMath xmlns:m="http://schemas.openxmlformats.org/officeDocument/2006/math">
                    <m:r>
                      <a:rPr lang="es-AR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AR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AR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, el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s-AR" sz="30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s-AR" sz="3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s-AR" sz="30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sz="3000" b="1" dirty="0">
                    <a:latin typeface="Arial Nova" panose="020B0504020202020204" pitchFamily="34" charset="0"/>
                  </a:rPr>
                  <a:t> es justamente la </a:t>
                </a:r>
                <a:r>
                  <a:rPr lang="es-AR" sz="30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pendiente</a:t>
                </a:r>
                <a:r>
                  <a:rPr lang="es-AR" sz="3000" b="1" dirty="0">
                    <a:latin typeface="Arial Nova" panose="020B0504020202020204" pitchFamily="34" charset="0"/>
                  </a:rPr>
                  <a:t> </a:t>
                </a:r>
                <a:r>
                  <a:rPr lang="es-AR" sz="30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de la recta tangente </a:t>
                </a:r>
                <a:r>
                  <a:rPr lang="es-AR" sz="3000" b="1" dirty="0">
                    <a:latin typeface="Arial Nova" panose="020B0504020202020204" pitchFamily="34" charset="0"/>
                  </a:rPr>
                  <a:t>a dicha curva en el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s-AR" sz="3000" b="1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2500" b="1" dirty="0">
                    <a:solidFill>
                      <a:schemeClr val="accent5">
                        <a:lumMod val="75000"/>
                      </a:schemeClr>
                    </a:solidFill>
                    <a:latin typeface="Arial Nova" panose="020B0504020202020204" pitchFamily="34" charset="0"/>
                  </a:rPr>
                  <a:t>Análogamente la derivada parcial respecto de </a:t>
                </a:r>
                <a14:m>
                  <m:oMath xmlns:m="http://schemas.openxmlformats.org/officeDocument/2006/math">
                    <m:r>
                      <a:rPr lang="es-AR" sz="2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AR" sz="2500" b="1" dirty="0">
                    <a:solidFill>
                      <a:schemeClr val="accent5">
                        <a:lumMod val="75000"/>
                      </a:schemeClr>
                    </a:solidFill>
                    <a:latin typeface="Arial Nova" panose="020B0504020202020204" pitchFamily="34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s-AR" sz="2500" b="1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s-AR" sz="2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2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AR" sz="2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sz="25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5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AR" sz="25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s-AR" sz="25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500" b="1" dirty="0">
                  <a:solidFill>
                    <a:schemeClr val="accent5">
                      <a:lumMod val="75000"/>
                    </a:schemeClr>
                  </a:solidFill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E071BF3-100F-719D-AEB2-E36677FDE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" y="205355"/>
                <a:ext cx="11628121" cy="6478697"/>
              </a:xfrm>
              <a:prstGeom prst="rect">
                <a:avLst/>
              </a:prstGeom>
              <a:blipFill>
                <a:blip r:embed="rId2"/>
                <a:stretch>
                  <a:fillRect l="-1205" t="-1224" r="-167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075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7AE5C-786C-58E7-2F10-014814EF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DCFD1D6-2C8A-4D6D-7A09-B4E8CCA98D3E}"/>
                  </a:ext>
                </a:extLst>
              </p:cNvPr>
              <p:cNvSpPr txBox="1"/>
              <p:nvPr/>
            </p:nvSpPr>
            <p:spPr>
              <a:xfrm>
                <a:off x="563879" y="341769"/>
                <a:ext cx="11628121" cy="5861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VECTOR GRADIENTE ASOCIADO A UN C.E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/>
                  <a:t>Dados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y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 se define al vector gradiente de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como el vector cuyas componentes son las derivadas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parciales del campo F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0" smtClean="0"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</m:acc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ctrlPr>
                            <a:rPr lang="es-AR" sz="3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s-AR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3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AR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s-AR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3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DCFD1D6-2C8A-4D6D-7A09-B4E8CCA98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41769"/>
                <a:ext cx="11628121" cy="5861541"/>
              </a:xfrm>
              <a:prstGeom prst="rect">
                <a:avLst/>
              </a:prstGeom>
              <a:blipFill>
                <a:blip r:embed="rId2"/>
                <a:stretch>
                  <a:fillRect l="-1205" t="-1351" r="-21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341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5A3F-7824-6778-F534-5AE03C7D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73FCDAF-314B-CAD0-2E31-5640E5D17976}"/>
                  </a:ext>
                </a:extLst>
              </p:cNvPr>
              <p:cNvSpPr txBox="1"/>
              <p:nvPr/>
            </p:nvSpPr>
            <p:spPr>
              <a:xfrm>
                <a:off x="281939" y="311789"/>
                <a:ext cx="11628121" cy="2527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EJEMPLO: </a:t>
                </a:r>
                <a:r>
                  <a:rPr lang="es-AR" sz="3000" dirty="0">
                    <a:latin typeface="Arial Nova" panose="020B0504020202020204" pitchFamily="34" charset="0"/>
                  </a:rPr>
                  <a:t>Calcular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AR" sz="3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,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=4−</m:t>
                      </m:r>
                      <m:sSup>
                        <m:sSup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73FCDAF-314B-CAD0-2E31-5640E5D1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" y="311789"/>
                <a:ext cx="11628121" cy="2527359"/>
              </a:xfrm>
              <a:prstGeom prst="rect">
                <a:avLst/>
              </a:prstGeom>
              <a:blipFill>
                <a:blip r:embed="rId2"/>
                <a:stretch>
                  <a:fillRect l="-1205" t="-96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6215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21796A1-B6BF-CABD-5E3C-EAF73521FE03}"/>
                  </a:ext>
                </a:extLst>
              </p:cNvPr>
              <p:cNvSpPr txBox="1"/>
              <p:nvPr/>
            </p:nvSpPr>
            <p:spPr>
              <a:xfrm>
                <a:off x="563879" y="341769"/>
                <a:ext cx="11628121" cy="610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 DIRECCIONAL: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Dado un campo F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y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Se define a la </a:t>
                </a:r>
                <a:r>
                  <a:rPr lang="es-AR" sz="3000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derivada direccional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sz="3000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 en la dirección y sentido del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si es que existe, como el valor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sz="3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sz="3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sz="30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→(</m:t>
                              </m:r>
                              <m:sSub>
                                <m:sSub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3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3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s-AR" sz="3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acc>
                                    <m:accPr>
                                      <m:chr m:val="̌"/>
                                      <m:ctrlPr>
                                        <a:rPr lang="es-AR" sz="3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30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num>
                            <m:den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21796A1-B6BF-CABD-5E3C-EAF73521F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341769"/>
                <a:ext cx="11628121" cy="6103530"/>
              </a:xfrm>
              <a:prstGeom prst="rect">
                <a:avLst/>
              </a:prstGeom>
              <a:blipFill>
                <a:blip r:embed="rId2"/>
                <a:stretch>
                  <a:fillRect l="-1205" t="-129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8077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FFC2-7383-98D5-729F-8C860692C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DAE07D-D616-59E3-8249-37F8AA424F2F}"/>
              </a:ext>
            </a:extLst>
          </p:cNvPr>
          <p:cNvSpPr txBox="1"/>
          <p:nvPr/>
        </p:nvSpPr>
        <p:spPr>
          <a:xfrm>
            <a:off x="236969" y="311789"/>
            <a:ext cx="1162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>
                <a:latin typeface="Arial Nova" panose="020B0504020202020204" pitchFamily="34" charset="0"/>
              </a:rPr>
              <a:t>EJEMPLO: </a:t>
            </a:r>
          </a:p>
          <a:p>
            <a:endParaRPr lang="es-AR" sz="3000" b="1" dirty="0">
              <a:latin typeface="Arial Nova" panose="020B0504020202020204" pitchFamily="34" charset="0"/>
            </a:endParaRPr>
          </a:p>
          <a:p>
            <a:endParaRPr lang="es-AR" sz="3000" dirty="0">
              <a:latin typeface="Arial Nova" panose="020B05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5EE279-42A0-22E1-7EC6-18C816C9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4589"/>
            <a:ext cx="12128217" cy="120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07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1926-2F27-8E5D-FFE8-AE305A08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F24299E-1907-1C1E-4B56-C167DC8CB80A}"/>
                  </a:ext>
                </a:extLst>
              </p:cNvPr>
              <p:cNvSpPr txBox="1"/>
              <p:nvPr/>
            </p:nvSpPr>
            <p:spPr>
              <a:xfrm>
                <a:off x="236969" y="311789"/>
                <a:ext cx="11628121" cy="615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latin typeface="Arial Nova" panose="020B0504020202020204" pitchFamily="34" charset="0"/>
                  </a:rPr>
                  <a:t>DERIVADA </a:t>
                </a:r>
                <a:r>
                  <a:rPr lang="es-AR" sz="30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DIRECCIONAL</a:t>
                </a:r>
                <a:r>
                  <a:rPr lang="es-AR" sz="3000" b="1" dirty="0">
                    <a:latin typeface="Arial Nova" panose="020B0504020202020204" pitchFamily="34" charset="0"/>
                  </a:rPr>
                  <a:t> RESPECTO DE UN VECTOR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b="1" dirty="0">
                    <a:latin typeface="Arial Nova" panose="020B0504020202020204" pitchFamily="34" charset="0"/>
                  </a:rPr>
                  <a:t>Regla práctica</a:t>
                </a:r>
              </a:p>
              <a:p>
                <a:pPr algn="ctr"/>
                <a:endParaRPr lang="es-AR" sz="3000" b="1" dirty="0">
                  <a:latin typeface="Arial Nova" panose="020B0504020202020204" pitchFamily="34" charset="0"/>
                </a:endParaRPr>
              </a:p>
              <a:p>
                <a:pPr algn="ctr"/>
                <a:endParaRPr lang="es-AR" sz="3000" b="1" dirty="0">
                  <a:latin typeface="Arial Nova" panose="020B0504020202020204" pitchFamily="34" charset="0"/>
                </a:endParaRP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Dado un campo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3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, se define a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La derivada direccional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en la dirección del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a: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acc>
                            <m:accPr>
                              <m:chr m:val="̌"/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AR" sz="3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̌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F24299E-1907-1C1E-4B56-C167DC8CB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69" y="311789"/>
                <a:ext cx="11628121" cy="6150082"/>
              </a:xfrm>
              <a:prstGeom prst="rect">
                <a:avLst/>
              </a:prstGeom>
              <a:blipFill>
                <a:blip r:embed="rId2"/>
                <a:stretch>
                  <a:fillRect l="-1259" t="-128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8849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EF60-D185-AF14-AA00-7547F09C9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0D3711-F882-A413-3583-1AF691D2EF89}"/>
                  </a:ext>
                </a:extLst>
              </p:cNvPr>
              <p:cNvSpPr txBox="1"/>
              <p:nvPr/>
            </p:nvSpPr>
            <p:spPr>
              <a:xfrm>
                <a:off x="281939" y="311789"/>
                <a:ext cx="11628121" cy="6729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 DIRECCIONAL MÁXIMA MÍNIMA Y NULAS</a:t>
                </a:r>
              </a:p>
              <a:p>
                <a:endParaRPr lang="es-AR" sz="3000" b="1" dirty="0">
                  <a:latin typeface="Arial Nova" panose="020B0504020202020204" pitchFamily="34" charset="0"/>
                </a:endParaRPr>
              </a:p>
              <a:p>
                <a:r>
                  <a:rPr lang="es-AR" sz="3000" u="sng" dirty="0">
                    <a:latin typeface="Arial Nova" panose="020B0504020202020204" pitchFamily="34" charset="0"/>
                  </a:rPr>
                  <a:t>Demostración</a:t>
                </a:r>
                <a:r>
                  <a:rPr lang="es-AR" sz="3000" dirty="0">
                    <a:latin typeface="Arial Nova" panose="020B0504020202020204" pitchFamily="34" charset="0"/>
                  </a:rPr>
                  <a:t>: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Volviendo a la expresión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0" smtClean="0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s-AR" sz="3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s-AR" sz="30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AR" sz="3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y sabiendo además que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0" smtClean="0"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</m:acc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1"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</m:e>
                          </m:acc>
                          <m:r>
                            <a:rPr lang="es-AR" sz="3000" b="1" i="1" dirty="0">
                              <a:latin typeface="Cambria Math" panose="020405030504060302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es-AR" sz="30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30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1" i="1" dirty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s-AR" sz="30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 ⋅</m:t>
                      </m:r>
                      <m:d>
                        <m:dPr>
                          <m:begChr m:val="‖"/>
                          <m:endChr m:val="‖"/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Obtenemos que: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3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acc>
                            <m:accPr>
                              <m:chr m:val="̌"/>
                              <m:ctrlPr>
                                <a:rPr lang="es-E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3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sub>
                        <m:sup>
                          <m:r>
                            <a:rPr lang="es-ES" sz="3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s-E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3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sz="3000" b="0" i="1" smtClean="0">
                          <a:latin typeface="Cambria Math" panose="02040503050406030204" pitchFamily="18" charset="0"/>
                        </a:rPr>
                        <m:t>= </m:t>
                      </m:r>
                      <m:limLow>
                        <m:limLowPr>
                          <m:ctrlPr>
                            <a:rPr lang="es-ES" sz="3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E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acc>
                                <m:accPr>
                                  <m:chr m:val="⃗"/>
                                  <m:ctrlPr>
                                    <a:rPr lang="es-AR" sz="3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𝛁</m:t>
                                  </m:r>
                                </m:e>
                              </m:acc>
                              <m:r>
                                <a:rPr lang="es-AR" sz="3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  <m:d>
                                <m:dPr>
                                  <m:ctrlPr>
                                    <a:rPr lang="es-AR" sz="3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3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3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s-AR" sz="3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s-ES" sz="3000" b="0" i="1" smtClean="0">
                              <a:latin typeface="Cambria Math" panose="02040503050406030204" pitchFamily="18" charset="0"/>
                            </a:rPr>
                            <m:t>𝑓𝑖𝑗𝑜</m:t>
                          </m:r>
                        </m:lim>
                      </m:limLow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acc>
                                <m:accPr>
                                  <m:chr m:val="̌"/>
                                  <m:ctrlPr>
                                    <a:rPr lang="es-AR" sz="3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3000" b="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groupChr>
                        </m:e>
                        <m:lim>
                          <m:d>
                            <m:dPr>
                              <m:begChr m:val="‖"/>
                              <m:endChr m:val="‖"/>
                              <m:ctrlP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̌"/>
                                  <m:ctrlPr>
                                    <a:rPr lang="es-AR" sz="3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3000" b="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r>
                            <a:rPr lang="es-ES" sz="3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3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lim>
                      </m:limLow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AR" sz="3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s-AR" sz="3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3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𝛁</m:t>
                                      </m:r>
                                    </m:e>
                                  </m:acc>
                                  <m:r>
                                    <a:rPr lang="es-AR" sz="3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  <m:d>
                                    <m:dPr>
                                      <m:ctrlPr>
                                        <a:rPr lang="es-AR" sz="3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sz="3000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000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</m:e>
                                        <m:sub>
                                          <m:r>
                                            <a:rPr lang="es-AR" sz="3000" b="1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s-ES" sz="3000" b="1" i="1" dirty="0" smtClean="0">
                              <a:latin typeface="Cambria Math" panose="02040503050406030204" pitchFamily="18" charset="0"/>
                            </a:rPr>
                            <m:t>𝒇𝒊𝒋𝒐</m:t>
                          </m:r>
                        </m:lim>
                      </m:limLow>
                      <m:r>
                        <a:rPr lang="es-AR" sz="3000" b="1" i="1" dirty="0">
                          <a:latin typeface="Cambria Math" panose="020405030504060302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AR" sz="3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ES" sz="3000" b="1" i="1" dirty="0" smtClean="0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s-ES" sz="30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sz="30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s-ES" sz="3000" b="1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a:rPr lang="es-ES" sz="3000" b="1" i="1" dirty="0" smtClean="0">
                              <a:latin typeface="Cambria Math" panose="02040503050406030204" pitchFamily="18" charset="0"/>
                            </a:rPr>
                            <m:t>𝒗𝒂𝒓𝒊𝒂𝒃𝒍𝒆</m:t>
                          </m:r>
                        </m:lim>
                      </m:limLow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F0D3711-F882-A413-3583-1AF691D2E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" y="311789"/>
                <a:ext cx="11628121" cy="6729022"/>
              </a:xfrm>
              <a:prstGeom prst="rect">
                <a:avLst/>
              </a:prstGeom>
              <a:blipFill>
                <a:blip r:embed="rId2"/>
                <a:stretch>
                  <a:fillRect l="-1205" t="-11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781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4A17-C04E-AEC3-B52C-4CD056D0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85640B7-2F01-A579-BB8A-70FE6F2BE2B2}"/>
                  </a:ext>
                </a:extLst>
              </p:cNvPr>
              <p:cNvSpPr txBox="1"/>
              <p:nvPr/>
            </p:nvSpPr>
            <p:spPr>
              <a:xfrm>
                <a:off x="281939" y="311789"/>
                <a:ext cx="11628121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DERIVADA DIRECCIONAL MÁXIMA MÍNIMA Y NULAS</a:t>
                </a: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De lo anterior se deduce que:</a:t>
                </a:r>
              </a:p>
              <a:p>
                <a:r>
                  <a:rPr lang="es-AR" sz="3000" dirty="0">
                    <a:latin typeface="Arial Nova" panose="020B0504020202020204" pitchFamily="34" charset="0"/>
                  </a:rPr>
                  <a:t>Dado un campo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se definen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85640B7-2F01-A579-BB8A-70FE6F2BE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" y="311789"/>
                <a:ext cx="11628121" cy="4247317"/>
              </a:xfrm>
              <a:prstGeom prst="rect">
                <a:avLst/>
              </a:prstGeom>
              <a:blipFill>
                <a:blip r:embed="rId2"/>
                <a:stretch>
                  <a:fillRect l="-1205" t="-186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87172B40-0239-FB99-9EB7-96400445FF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670589"/>
                  </p:ext>
                </p:extLst>
              </p:nvPr>
            </p:nvGraphicFramePr>
            <p:xfrm>
              <a:off x="1035901" y="1914448"/>
              <a:ext cx="10120195" cy="48378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73574">
                      <a:extLst>
                        <a:ext uri="{9D8B030D-6E8A-4147-A177-3AD203B41FA5}">
                          <a16:colId xmlns:a16="http://schemas.microsoft.com/office/drawing/2014/main" val="4245490503"/>
                        </a:ext>
                      </a:extLst>
                    </a:gridCol>
                    <a:gridCol w="2173574">
                      <a:extLst>
                        <a:ext uri="{9D8B030D-6E8A-4147-A177-3AD203B41FA5}">
                          <a16:colId xmlns:a16="http://schemas.microsoft.com/office/drawing/2014/main" val="1326345629"/>
                        </a:ext>
                      </a:extLst>
                    </a:gridCol>
                    <a:gridCol w="1860614">
                      <a:extLst>
                        <a:ext uri="{9D8B030D-6E8A-4147-A177-3AD203B41FA5}">
                          <a16:colId xmlns:a16="http://schemas.microsoft.com/office/drawing/2014/main" val="890655981"/>
                        </a:ext>
                      </a:extLst>
                    </a:gridCol>
                    <a:gridCol w="3912433">
                      <a:extLst>
                        <a:ext uri="{9D8B030D-6E8A-4147-A177-3AD203B41FA5}">
                          <a16:colId xmlns:a16="http://schemas.microsoft.com/office/drawing/2014/main" val="1477652477"/>
                        </a:ext>
                      </a:extLst>
                    </a:gridCol>
                  </a:tblGrid>
                  <a:tr h="889048">
                    <a:tc>
                      <a:txBody>
                        <a:bodyPr/>
                        <a:lstStyle/>
                        <a:p>
                          <a:r>
                            <a:rPr lang="es-ES" sz="2500" dirty="0"/>
                            <a:t>Derivada direccional</a:t>
                          </a:r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Á</a:t>
                          </a:r>
                          <a:r>
                            <a:rPr lang="es-ES" sz="2500" dirty="0" err="1"/>
                            <a:t>ngulo</a:t>
                          </a:r>
                          <a:r>
                            <a:rPr lang="es-ES" sz="25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s-AR" sz="25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s-AR" sz="25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sz="2500" b="1" i="0" dirty="0">
                              <a:latin typeface="+mn-lt"/>
                            </a:rPr>
                            <a:t>Valor</a:t>
                          </a:r>
                          <a14:m>
                            <m:oMath xmlns:m="http://schemas.openxmlformats.org/officeDocument/2006/math">
                              <m:r>
                                <a:rPr lang="es-AR" sz="25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Dirección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469516"/>
                      </a:ext>
                    </a:extLst>
                  </a:tr>
                  <a:tr h="1479905"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Máxima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0</a:t>
                          </a:r>
                        </a:p>
                        <a:p>
                          <a:endParaRPr lang="es-AR" sz="2500" i="1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̌"/>
                                    <m:ctrlPr>
                                      <a:rPr lang="es-A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  <m:r>
                                  <a:rPr lang="es-AR" sz="25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AR" sz="2500" b="0" i="0" smtClean="0"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</m:acc>
                                <m:r>
                                  <a:rPr lang="es-AR" sz="25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s-AR" sz="25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s-AR" sz="25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AR" sz="25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𝛁</m:t>
                                        </m:r>
                                      </m:e>
                                    </m:acc>
                                    <m:r>
                                      <a:rPr lang="es-AR" sz="25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d>
                                      <m:dPr>
                                        <m:ctrlPr>
                                          <a:rPr lang="es-AR" sz="25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𝑷</m:t>
                                            </m:r>
                                          </m:e>
                                          <m:sub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AR" sz="25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s-AR" sz="25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AR" sz="25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𝛁</m:t>
                                        </m:r>
                                      </m:e>
                                    </m:acc>
                                    <m:r>
                                      <a:rPr lang="es-AR" sz="25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d>
                                      <m:dPr>
                                        <m:ctrlPr>
                                          <a:rPr lang="es-AR" sz="25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𝑷</m:t>
                                            </m:r>
                                          </m:e>
                                          <m:sub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s-AR" sz="25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s-A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AR" sz="2500" b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𝛁</m:t>
                                            </m:r>
                                          </m:e>
                                        </m:acc>
                                        <m:r>
                                          <a:rPr lang="es-AR" sz="25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𝑭</m:t>
                                        </m:r>
                                        <m:d>
                                          <m:dPr>
                                            <m:ctrlP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AR" sz="25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s-AR" sz="2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6722705"/>
                      </a:ext>
                    </a:extLst>
                  </a:tr>
                  <a:tr h="1088568"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mínima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180°</a:t>
                          </a:r>
                        </a:p>
                        <a:p>
                          <a:endParaRPr lang="es-AR" sz="25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̌"/>
                                    <m:ctrlPr>
                                      <a:rPr lang="es-A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  <m:r>
                                  <a:rPr lang="es-AR" sz="2500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AR" sz="2500" b="0" i="0" smtClean="0"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</m:acc>
                                <m:r>
                                  <a:rPr lang="es-AR" sz="25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5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s-AR" sz="25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s-AR" sz="25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AR" sz="25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𝛁</m:t>
                                        </m:r>
                                      </m:e>
                                    </m:acc>
                                    <m:r>
                                      <a:rPr lang="es-AR" sz="25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d>
                                      <m:dPr>
                                        <m:ctrlPr>
                                          <a:rPr lang="es-AR" sz="25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𝑷</m:t>
                                            </m:r>
                                          </m:e>
                                          <m:sub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5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AR" sz="25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s-AR" sz="25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AR" sz="25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𝛁</m:t>
                                        </m:r>
                                      </m:e>
                                    </m:acc>
                                    <m:r>
                                      <a:rPr lang="es-AR" sz="25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  <m:d>
                                      <m:dPr>
                                        <m:ctrlPr>
                                          <a:rPr lang="es-AR" sz="25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𝑷</m:t>
                                            </m:r>
                                          </m:e>
                                          <m:sub>
                                            <m: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s-AR" sz="25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s-A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AR" sz="2500" b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𝛁</m:t>
                                            </m:r>
                                          </m:e>
                                        </m:acc>
                                        <m:r>
                                          <a:rPr lang="es-AR" sz="25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𝑭</m:t>
                                        </m:r>
                                        <m:d>
                                          <m:dPr>
                                            <m:ctrlP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4493360"/>
                      </a:ext>
                    </a:extLst>
                  </a:tr>
                  <a:tr h="515083"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Nulas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90° (hay 2)</a:t>
                          </a:r>
                        </a:p>
                        <a:p>
                          <a:endParaRPr lang="es-AR" sz="25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̌"/>
                                    <m:ctrlPr>
                                      <a:rPr lang="es-AR" sz="2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  <m:r>
                                  <a:rPr lang="es-AR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AR" sz="2500" b="0" i="0" smtClean="0"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</m:acc>
                                <m:r>
                                  <a:rPr lang="es-AR" sz="25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5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500" b="0" i="1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es-AR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AR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AR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AR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s-AR" sz="25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s-AR" sz="2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AR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AR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AR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s-AR" sz="25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s-A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AR" sz="2500" b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𝛁</m:t>
                                            </m:r>
                                          </m:e>
                                        </m:acc>
                                        <m:r>
                                          <a:rPr lang="es-AR" sz="25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𝑭</m:t>
                                        </m:r>
                                        <m:d>
                                          <m:dPr>
                                            <m:ctrlPr>
                                              <a:rPr lang="es-AR" sz="2500" b="1" i="1" dirty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AR" sz="2500" b="1" i="1" dirty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AR" sz="2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31800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87172B40-0239-FB99-9EB7-96400445FF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670589"/>
                  </p:ext>
                </p:extLst>
              </p:nvPr>
            </p:nvGraphicFramePr>
            <p:xfrm>
              <a:off x="1035901" y="1914448"/>
              <a:ext cx="10120195" cy="48378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73574">
                      <a:extLst>
                        <a:ext uri="{9D8B030D-6E8A-4147-A177-3AD203B41FA5}">
                          <a16:colId xmlns:a16="http://schemas.microsoft.com/office/drawing/2014/main" val="4245490503"/>
                        </a:ext>
                      </a:extLst>
                    </a:gridCol>
                    <a:gridCol w="2173574">
                      <a:extLst>
                        <a:ext uri="{9D8B030D-6E8A-4147-A177-3AD203B41FA5}">
                          <a16:colId xmlns:a16="http://schemas.microsoft.com/office/drawing/2014/main" val="1326345629"/>
                        </a:ext>
                      </a:extLst>
                    </a:gridCol>
                    <a:gridCol w="1860614">
                      <a:extLst>
                        <a:ext uri="{9D8B030D-6E8A-4147-A177-3AD203B41FA5}">
                          <a16:colId xmlns:a16="http://schemas.microsoft.com/office/drawing/2014/main" val="890655981"/>
                        </a:ext>
                      </a:extLst>
                    </a:gridCol>
                    <a:gridCol w="3912433">
                      <a:extLst>
                        <a:ext uri="{9D8B030D-6E8A-4147-A177-3AD203B41FA5}">
                          <a16:colId xmlns:a16="http://schemas.microsoft.com/office/drawing/2014/main" val="1477652477"/>
                        </a:ext>
                      </a:extLst>
                    </a:gridCol>
                  </a:tblGrid>
                  <a:tr h="889048">
                    <a:tc>
                      <a:txBody>
                        <a:bodyPr/>
                        <a:lstStyle/>
                        <a:p>
                          <a:r>
                            <a:rPr lang="es-ES" sz="2500" dirty="0"/>
                            <a:t>Derivada direccional</a:t>
                          </a:r>
                          <a:endParaRPr lang="es-AR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00280" t="-4795" r="-266667" b="-445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234426" t="-4795" r="-212131" b="-445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Dirección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469516"/>
                      </a:ext>
                    </a:extLst>
                  </a:tr>
                  <a:tr h="1479905"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Máxima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00280" t="-62963" r="-266667" b="-167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234426" t="-62963" r="-212131" b="-167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58631" t="-62963" r="-622" b="-167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6722705"/>
                      </a:ext>
                    </a:extLst>
                  </a:tr>
                  <a:tr h="1234440"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mínima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00280" t="-196040" r="-266667" b="-101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234426" t="-196040" r="-212131" b="-101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58631" t="-196040" r="-622" b="-101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493360"/>
                      </a:ext>
                    </a:extLst>
                  </a:tr>
                  <a:tr h="1234440">
                    <a:tc>
                      <a:txBody>
                        <a:bodyPr/>
                        <a:lstStyle/>
                        <a:p>
                          <a:r>
                            <a:rPr lang="es-AR" sz="2500" dirty="0"/>
                            <a:t>Nulas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00280" t="-294581" r="-266667" b="-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234426" t="-294581" r="-212131" b="-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3"/>
                          <a:stretch>
                            <a:fillRect l="-158631" t="-294581" r="-622" b="-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31800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513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E9C6-CAC6-1029-96D6-8072B3F8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96381B-5D2A-738C-68D3-2FA5EDDCE41F}"/>
                  </a:ext>
                </a:extLst>
              </p:cNvPr>
              <p:cNvSpPr txBox="1"/>
              <p:nvPr/>
            </p:nvSpPr>
            <p:spPr>
              <a:xfrm>
                <a:off x="281939" y="311789"/>
                <a:ext cx="11628121" cy="4374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latin typeface="Arial Nova" panose="020B0504020202020204" pitchFamily="34" charset="0"/>
                  </a:rPr>
                  <a:t>EJEMPLO: </a:t>
                </a:r>
                <a:r>
                  <a:rPr lang="es-AR" sz="3000" dirty="0">
                    <a:latin typeface="Arial Nova" panose="020B0504020202020204" pitchFamily="34" charset="0"/>
                  </a:rPr>
                  <a:t>A partir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AR" sz="3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y su norma calcular para </a:t>
                </a: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=4−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sz="3000" dirty="0">
                    <a:latin typeface="Arial Nova" panose="020B0504020202020204" pitchFamily="34" charset="0"/>
                  </a:rPr>
                  <a:t> 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</a:rPr>
                  <a:t>Las direcciones y valores de </a:t>
                </a:r>
                <a:r>
                  <a:rPr lang="es-AR" sz="3000" dirty="0" err="1">
                    <a:latin typeface="Arial Nova" panose="020B0504020202020204" pitchFamily="34" charset="0"/>
                  </a:rPr>
                  <a:t>dd</a:t>
                </a:r>
                <a:r>
                  <a:rPr lang="es-AR" sz="3000" dirty="0">
                    <a:latin typeface="Arial Nova" panose="020B0504020202020204" pitchFamily="34" charset="0"/>
                  </a:rPr>
                  <a:t> máxima, mínima y nulas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</a:rPr>
                  <a:t>De F en el punto (1,1)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</a:endParaRPr>
              </a:p>
              <a:p>
                <a:endParaRPr lang="es-AR" sz="30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96381B-5D2A-738C-68D3-2FA5EDDCE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" y="311789"/>
                <a:ext cx="11628121" cy="4374018"/>
              </a:xfrm>
              <a:prstGeom prst="rect">
                <a:avLst/>
              </a:prstGeom>
              <a:blipFill>
                <a:blip r:embed="rId2"/>
                <a:stretch>
                  <a:fillRect l="-1205" t="-5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2303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926F-A988-4FBA-2B45-F6273EC5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D0CD37C-9839-E107-5ACC-29F01E543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89" y="128785"/>
            <a:ext cx="11885021" cy="84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81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E64E4AB930084299D6310910972BCF" ma:contentTypeVersion="4" ma:contentTypeDescription="Crear nuevo documento." ma:contentTypeScope="" ma:versionID="7c36414d06d47e3d3167f4c0d79ad96d">
  <xsd:schema xmlns:xsd="http://www.w3.org/2001/XMLSchema" xmlns:xs="http://www.w3.org/2001/XMLSchema" xmlns:p="http://schemas.microsoft.com/office/2006/metadata/properties" xmlns:ns2="e6951571-1f5f-46db-aa42-ecf55515a371" targetNamespace="http://schemas.microsoft.com/office/2006/metadata/properties" ma:root="true" ma:fieldsID="fc5064cac5e842f271555dd857a006a0" ns2:_="">
    <xsd:import namespace="e6951571-1f5f-46db-aa42-ecf55515a3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951571-1f5f-46db-aa42-ecf55515a3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5549BA-41F8-45CD-A6BB-8EB0253F2574}"/>
</file>

<file path=customXml/itemProps2.xml><?xml version="1.0" encoding="utf-8"?>
<ds:datastoreItem xmlns:ds="http://schemas.openxmlformats.org/officeDocument/2006/customXml" ds:itemID="{C14A188F-36BE-4BAB-8FBF-2A9D38D64784}"/>
</file>

<file path=customXml/itemProps3.xml><?xml version="1.0" encoding="utf-8"?>
<ds:datastoreItem xmlns:ds="http://schemas.openxmlformats.org/officeDocument/2006/customXml" ds:itemID="{5FC45B3C-E159-4B94-9A69-D1FC46994651}"/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2331</Words>
  <Application>Microsoft Office PowerPoint</Application>
  <PresentationFormat>Panorámica</PresentationFormat>
  <Paragraphs>488</Paragraphs>
  <Slides>51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60" baseType="lpstr">
      <vt:lpstr>Aharoni</vt:lpstr>
      <vt:lpstr>Aptos</vt:lpstr>
      <vt:lpstr>Aptos Display</vt:lpstr>
      <vt:lpstr>Arial</vt:lpstr>
      <vt:lpstr>Arial Nova</vt:lpstr>
      <vt:lpstr>Berlin Sans FB Demi</vt:lpstr>
      <vt:lpstr>Cambria Math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FAGES LUCIANO RODOLFO</dc:creator>
  <cp:lastModifiedBy>FAGES LUCIANO RODOLFO</cp:lastModifiedBy>
  <cp:revision>1</cp:revision>
  <dcterms:created xsi:type="dcterms:W3CDTF">2025-03-25T23:31:47Z</dcterms:created>
  <dcterms:modified xsi:type="dcterms:W3CDTF">2025-04-20T22:46:17Z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0x01010032E64E4AB930084299D6310910972BCF</vt:lpwstr>
  </property>
</Properties>
</file>